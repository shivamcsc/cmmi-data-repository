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94" r:id="rId3"/>
    <p:sldId id="296" r:id="rId4"/>
    <p:sldId id="297" r:id="rId5"/>
    <p:sldId id="295" r:id="rId6"/>
    <p:sldId id="269" r:id="rId7"/>
    <p:sldId id="268" r:id="rId8"/>
    <p:sldId id="279" r:id="rId9"/>
    <p:sldId id="290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8EC184-5183-4226-8629-B0F0E797AEC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BEC5EC7-42ED-4C0C-9529-49377A018868}">
      <dgm:prSet phldrT="[Text]" custT="1"/>
      <dgm:spPr/>
      <dgm:t>
        <a:bodyPr/>
        <a:lstStyle/>
        <a:p>
          <a:r>
            <a:rPr lang="en-IN" sz="800" b="1" dirty="0"/>
            <a:t>P.BANK &amp; TRAVEL </a:t>
          </a:r>
        </a:p>
        <a:p>
          <a:r>
            <a:rPr lang="en-IN" sz="800" b="1" dirty="0"/>
            <a:t>HARISH OBEROI</a:t>
          </a:r>
        </a:p>
        <a:p>
          <a:r>
            <a:rPr lang="en-IN" sz="800" b="1" dirty="0"/>
            <a:t>VP-BUSINESS HEAD</a:t>
          </a:r>
        </a:p>
      </dgm:t>
    </dgm:pt>
    <dgm:pt modelId="{4C61C75F-D517-47CC-BEBF-14A01F593C5B}" type="parTrans" cxnId="{CAB5A0B5-AAAB-4B98-9BCF-034570CACD39}">
      <dgm:prSet/>
      <dgm:spPr/>
      <dgm:t>
        <a:bodyPr/>
        <a:lstStyle/>
        <a:p>
          <a:endParaRPr lang="en-IN"/>
        </a:p>
      </dgm:t>
    </dgm:pt>
    <dgm:pt modelId="{755BA92A-D09F-4552-96A1-DA07318CAEF4}" type="sibTrans" cxnId="{CAB5A0B5-AAAB-4B98-9BCF-034570CACD39}">
      <dgm:prSet/>
      <dgm:spPr/>
      <dgm:t>
        <a:bodyPr/>
        <a:lstStyle/>
        <a:p>
          <a:endParaRPr lang="en-IN"/>
        </a:p>
      </dgm:t>
    </dgm:pt>
    <dgm:pt modelId="{3DF9F52D-090B-47EA-AB71-91CF9C46887C}" type="asst">
      <dgm:prSet phldrT="[Text]" custT="1"/>
      <dgm:spPr/>
      <dgm:t>
        <a:bodyPr/>
        <a:lstStyle/>
        <a:p>
          <a:r>
            <a:rPr lang="en-IN" sz="800" b="1" dirty="0"/>
            <a:t>2 IC- TO BE JOIN</a:t>
          </a:r>
        </a:p>
        <a:p>
          <a:endParaRPr lang="en-IN" sz="800" b="1" dirty="0"/>
        </a:p>
      </dgm:t>
    </dgm:pt>
    <dgm:pt modelId="{6D745090-9300-42F3-8419-ECB5263D3FE5}" type="parTrans" cxnId="{BDFBDD65-D785-4A75-9148-37ED956B21F9}">
      <dgm:prSet/>
      <dgm:spPr/>
      <dgm:t>
        <a:bodyPr/>
        <a:lstStyle/>
        <a:p>
          <a:endParaRPr lang="en-IN" sz="800" b="1"/>
        </a:p>
      </dgm:t>
    </dgm:pt>
    <dgm:pt modelId="{13E7E4BE-39AA-4642-AAEF-187CA9B8FA09}" type="sibTrans" cxnId="{BDFBDD65-D785-4A75-9148-37ED956B21F9}">
      <dgm:prSet/>
      <dgm:spPr/>
      <dgm:t>
        <a:bodyPr/>
        <a:lstStyle/>
        <a:p>
          <a:endParaRPr lang="en-IN"/>
        </a:p>
      </dgm:t>
    </dgm:pt>
    <dgm:pt modelId="{3E1DD7F1-C654-4316-A393-74E834C9EB1A}">
      <dgm:prSet phldrT="[Text]" custT="1"/>
      <dgm:spPr/>
      <dgm:t>
        <a:bodyPr/>
        <a:lstStyle/>
        <a:p>
          <a:r>
            <a:rPr lang="en-IN" sz="800" b="1" dirty="0"/>
            <a:t>OPS HEAD/NEW BUSINESS</a:t>
          </a:r>
        </a:p>
        <a:p>
          <a:r>
            <a:rPr lang="en-IN" sz="800" b="1" dirty="0"/>
            <a:t>AVISHANK MISHRA – </a:t>
          </a:r>
        </a:p>
        <a:p>
          <a:r>
            <a:rPr lang="en-IN" sz="800" b="1" dirty="0"/>
            <a:t>SR. MANAGER </a:t>
          </a:r>
        </a:p>
      </dgm:t>
    </dgm:pt>
    <dgm:pt modelId="{3569459C-694B-4E65-918C-963DD528D425}" type="parTrans" cxnId="{791DA274-35C8-4387-9CEC-F9234773FF77}">
      <dgm:prSet/>
      <dgm:spPr/>
      <dgm:t>
        <a:bodyPr/>
        <a:lstStyle/>
        <a:p>
          <a:endParaRPr lang="en-IN" sz="800" b="1"/>
        </a:p>
      </dgm:t>
    </dgm:pt>
    <dgm:pt modelId="{A455AB04-4628-46C2-A66B-6B975322C347}" type="sibTrans" cxnId="{791DA274-35C8-4387-9CEC-F9234773FF77}">
      <dgm:prSet/>
      <dgm:spPr/>
      <dgm:t>
        <a:bodyPr/>
        <a:lstStyle/>
        <a:p>
          <a:endParaRPr lang="en-IN"/>
        </a:p>
      </dgm:t>
    </dgm:pt>
    <dgm:pt modelId="{3EFD54C2-52B8-4E9B-9D71-6C44D2886FF2}">
      <dgm:prSet phldrT="[Text]" custT="1"/>
      <dgm:spPr/>
      <dgm:t>
        <a:bodyPr/>
        <a:lstStyle/>
        <a:p>
          <a:r>
            <a:rPr lang="en-IN" sz="800" b="1" dirty="0"/>
            <a:t>SALES HEAD</a:t>
          </a:r>
        </a:p>
        <a:p>
          <a:r>
            <a:rPr lang="en-IN" sz="800" b="1" dirty="0"/>
            <a:t>NAVEEN KUMAR-</a:t>
          </a:r>
        </a:p>
        <a:p>
          <a:r>
            <a:rPr lang="en-IN" sz="800" b="1" dirty="0"/>
            <a:t>SR. MANAGER</a:t>
          </a:r>
        </a:p>
      </dgm:t>
    </dgm:pt>
    <dgm:pt modelId="{250EB41F-F1DF-4B51-905D-033CA84FC668}" type="parTrans" cxnId="{8EA78804-B506-452A-A9B4-6D10ACEB0C6D}">
      <dgm:prSet/>
      <dgm:spPr/>
      <dgm:t>
        <a:bodyPr/>
        <a:lstStyle/>
        <a:p>
          <a:endParaRPr lang="en-IN" sz="800" b="1"/>
        </a:p>
      </dgm:t>
    </dgm:pt>
    <dgm:pt modelId="{EE4AB744-3032-474A-9459-E950DAB7B0E6}" type="sibTrans" cxnId="{8EA78804-B506-452A-A9B4-6D10ACEB0C6D}">
      <dgm:prSet/>
      <dgm:spPr/>
      <dgm:t>
        <a:bodyPr/>
        <a:lstStyle/>
        <a:p>
          <a:endParaRPr lang="en-IN"/>
        </a:p>
      </dgm:t>
    </dgm:pt>
    <dgm:pt modelId="{E3B4B92B-A775-446C-BCA3-0FEB22975E80}">
      <dgm:prSet phldrT="[Text]" custT="1"/>
      <dgm:spPr/>
      <dgm:t>
        <a:bodyPr/>
        <a:lstStyle/>
        <a:p>
          <a:r>
            <a:rPr lang="en-IN" sz="800" b="1" dirty="0"/>
            <a:t>PRODUCT MGR.</a:t>
          </a:r>
        </a:p>
        <a:p>
          <a:r>
            <a:rPr lang="en-IN" sz="800" b="1" dirty="0"/>
            <a:t>Anupam Singh</a:t>
          </a:r>
        </a:p>
      </dgm:t>
    </dgm:pt>
    <dgm:pt modelId="{5239FF59-963D-4450-AC07-F138D377E8AD}" type="parTrans" cxnId="{65796CF4-2F78-4DDD-A15A-5F9DE07D0665}">
      <dgm:prSet/>
      <dgm:spPr/>
      <dgm:t>
        <a:bodyPr/>
        <a:lstStyle/>
        <a:p>
          <a:endParaRPr lang="en-IN" sz="800" b="1"/>
        </a:p>
      </dgm:t>
    </dgm:pt>
    <dgm:pt modelId="{A238CD9D-733D-45D3-8C8F-D911EC4269E0}" type="sibTrans" cxnId="{65796CF4-2F78-4DDD-A15A-5F9DE07D0665}">
      <dgm:prSet/>
      <dgm:spPr/>
      <dgm:t>
        <a:bodyPr/>
        <a:lstStyle/>
        <a:p>
          <a:endParaRPr lang="en-IN"/>
        </a:p>
      </dgm:t>
    </dgm:pt>
    <dgm:pt modelId="{72E73970-A1AA-41F0-BF3E-FBAE8AA2ABD1}">
      <dgm:prSet custT="1"/>
      <dgm:spPr/>
      <dgm:t>
        <a:bodyPr/>
        <a:lstStyle/>
        <a:p>
          <a:r>
            <a:rPr lang="en-IN" sz="800" b="1" dirty="0"/>
            <a:t>Payment-VLE/Vendor</a:t>
          </a:r>
        </a:p>
        <a:p>
          <a:r>
            <a:rPr lang="en-IN" sz="800" b="1" dirty="0"/>
            <a:t>Abdul Karim</a:t>
          </a:r>
        </a:p>
        <a:p>
          <a:r>
            <a:rPr lang="en-IN" sz="800" b="1" dirty="0"/>
            <a:t>Asst Mgr.</a:t>
          </a:r>
        </a:p>
      </dgm:t>
    </dgm:pt>
    <dgm:pt modelId="{2CC84D59-0E21-416C-B566-8E4EB45CDE7B}" type="parTrans" cxnId="{27BA97C6-95B9-440E-B133-B8D8A4CD7C4A}">
      <dgm:prSet/>
      <dgm:spPr/>
      <dgm:t>
        <a:bodyPr/>
        <a:lstStyle/>
        <a:p>
          <a:endParaRPr lang="en-IN" sz="800" b="1"/>
        </a:p>
      </dgm:t>
    </dgm:pt>
    <dgm:pt modelId="{589C26AF-A149-475C-B9C5-4D4942B4A528}" type="sibTrans" cxnId="{27BA97C6-95B9-440E-B133-B8D8A4CD7C4A}">
      <dgm:prSet/>
      <dgm:spPr/>
      <dgm:t>
        <a:bodyPr/>
        <a:lstStyle/>
        <a:p>
          <a:endParaRPr lang="en-IN"/>
        </a:p>
      </dgm:t>
    </dgm:pt>
    <dgm:pt modelId="{22B2656C-7DA6-4AD8-8973-8F43611AF056}">
      <dgm:prSet custT="1"/>
      <dgm:spPr/>
      <dgm:t>
        <a:bodyPr/>
        <a:lstStyle/>
        <a:p>
          <a:r>
            <a:rPr lang="en-IN" sz="800" b="1" dirty="0"/>
            <a:t>BC/BF </a:t>
          </a:r>
          <a:r>
            <a:rPr lang="en-IN" sz="800" b="1" dirty="0" err="1"/>
            <a:t>Mgmt</a:t>
          </a:r>
          <a:endParaRPr lang="en-IN" sz="800" b="1" dirty="0"/>
        </a:p>
        <a:p>
          <a:r>
            <a:rPr lang="en-IN" sz="800" b="1" dirty="0"/>
            <a:t>SHIVANG</a:t>
          </a:r>
        </a:p>
        <a:p>
          <a:r>
            <a:rPr lang="en-IN" sz="800" b="1" dirty="0"/>
            <a:t>MGR.</a:t>
          </a:r>
        </a:p>
      </dgm:t>
    </dgm:pt>
    <dgm:pt modelId="{E8D9E071-FF04-430A-8881-682CA6D64491}" type="parTrans" cxnId="{4B9BCEA9-C722-4ECC-BE81-1901BA83538B}">
      <dgm:prSet/>
      <dgm:spPr/>
      <dgm:t>
        <a:bodyPr/>
        <a:lstStyle/>
        <a:p>
          <a:endParaRPr lang="en-IN" sz="800" b="1"/>
        </a:p>
      </dgm:t>
    </dgm:pt>
    <dgm:pt modelId="{3EFD1B98-91C1-4295-975C-DA539374AB62}" type="sibTrans" cxnId="{4B9BCEA9-C722-4ECC-BE81-1901BA83538B}">
      <dgm:prSet/>
      <dgm:spPr/>
      <dgm:t>
        <a:bodyPr/>
        <a:lstStyle/>
        <a:p>
          <a:endParaRPr lang="en-IN"/>
        </a:p>
      </dgm:t>
    </dgm:pt>
    <dgm:pt modelId="{1E2AF7A0-8844-4ADF-ADCC-57727C9D21F6}">
      <dgm:prSet custT="1"/>
      <dgm:spPr/>
      <dgm:t>
        <a:bodyPr/>
        <a:lstStyle/>
        <a:p>
          <a:r>
            <a:rPr lang="en-IN" sz="800" b="1" dirty="0"/>
            <a:t>MIS MGMT.</a:t>
          </a:r>
        </a:p>
        <a:p>
          <a:r>
            <a:rPr lang="en-IN" sz="800" b="1" dirty="0"/>
            <a:t>Abhishek Singh Negi</a:t>
          </a:r>
        </a:p>
        <a:p>
          <a:r>
            <a:rPr lang="en-IN" sz="800" b="1" dirty="0"/>
            <a:t>Sr. Exe.</a:t>
          </a:r>
        </a:p>
      </dgm:t>
    </dgm:pt>
    <dgm:pt modelId="{9516FD18-66CB-415A-8DD5-995358BEE230}" type="parTrans" cxnId="{98301D10-98B5-48F9-B2CB-46974D0063C4}">
      <dgm:prSet/>
      <dgm:spPr/>
      <dgm:t>
        <a:bodyPr/>
        <a:lstStyle/>
        <a:p>
          <a:endParaRPr lang="en-IN" sz="800" b="1"/>
        </a:p>
      </dgm:t>
    </dgm:pt>
    <dgm:pt modelId="{0A9E976F-4127-4C08-839D-0FAABBDF1631}" type="sibTrans" cxnId="{98301D10-98B5-48F9-B2CB-46974D0063C4}">
      <dgm:prSet/>
      <dgm:spPr/>
      <dgm:t>
        <a:bodyPr/>
        <a:lstStyle/>
        <a:p>
          <a:endParaRPr lang="en-IN"/>
        </a:p>
      </dgm:t>
    </dgm:pt>
    <dgm:pt modelId="{BAB8CC91-CAA0-4D59-A45B-CCCDD0DFB7C3}">
      <dgm:prSet custT="1"/>
      <dgm:spPr/>
      <dgm:t>
        <a:bodyPr/>
        <a:lstStyle/>
        <a:p>
          <a:r>
            <a:rPr lang="en-IN" sz="800" b="1" dirty="0"/>
            <a:t>Ashish Tagra</a:t>
          </a:r>
        </a:p>
        <a:p>
          <a:r>
            <a:rPr lang="en-IN" sz="800" b="1" dirty="0"/>
            <a:t>Manager</a:t>
          </a:r>
        </a:p>
      </dgm:t>
    </dgm:pt>
    <dgm:pt modelId="{9EEC67A2-A131-4ACB-A951-58682104DA46}" type="parTrans" cxnId="{6BA0B729-FE76-46A9-BB03-D250B1A8CB8F}">
      <dgm:prSet/>
      <dgm:spPr/>
      <dgm:t>
        <a:bodyPr/>
        <a:lstStyle/>
        <a:p>
          <a:endParaRPr lang="en-IN" sz="800" b="1"/>
        </a:p>
      </dgm:t>
    </dgm:pt>
    <dgm:pt modelId="{ED9964B3-F534-4773-914A-5625B454A09B}" type="sibTrans" cxnId="{6BA0B729-FE76-46A9-BB03-D250B1A8CB8F}">
      <dgm:prSet/>
      <dgm:spPr/>
      <dgm:t>
        <a:bodyPr/>
        <a:lstStyle/>
        <a:p>
          <a:endParaRPr lang="en-IN"/>
        </a:p>
      </dgm:t>
    </dgm:pt>
    <dgm:pt modelId="{8C31D71E-DC15-4B60-A584-14D527124F05}">
      <dgm:prSet custT="1"/>
      <dgm:spPr/>
      <dgm:t>
        <a:bodyPr/>
        <a:lstStyle/>
        <a:p>
          <a:r>
            <a:rPr lang="en-IN" sz="800" b="1" dirty="0"/>
            <a:t>Shiv Kumar</a:t>
          </a:r>
        </a:p>
        <a:p>
          <a:r>
            <a:rPr lang="en-IN" sz="800" b="1" dirty="0"/>
            <a:t>Executive</a:t>
          </a:r>
        </a:p>
      </dgm:t>
    </dgm:pt>
    <dgm:pt modelId="{D56B0281-007C-4651-B402-1074A8070BD7}" type="parTrans" cxnId="{B84C190B-A115-4B17-A5C3-6DFFFA89EA17}">
      <dgm:prSet/>
      <dgm:spPr/>
      <dgm:t>
        <a:bodyPr/>
        <a:lstStyle/>
        <a:p>
          <a:endParaRPr lang="en-IN" sz="800" b="1"/>
        </a:p>
      </dgm:t>
    </dgm:pt>
    <dgm:pt modelId="{16730176-E381-421E-97FC-4FF0D6ED2E7A}" type="sibTrans" cxnId="{B84C190B-A115-4B17-A5C3-6DFFFA89EA17}">
      <dgm:prSet/>
      <dgm:spPr/>
      <dgm:t>
        <a:bodyPr/>
        <a:lstStyle/>
        <a:p>
          <a:endParaRPr lang="en-IN"/>
        </a:p>
      </dgm:t>
    </dgm:pt>
    <dgm:pt modelId="{206C0DC6-60EF-49D0-AB61-5620D1BBE145}">
      <dgm:prSet custT="1"/>
      <dgm:spPr/>
      <dgm:t>
        <a:bodyPr/>
        <a:lstStyle/>
        <a:p>
          <a:r>
            <a:rPr lang="en-IN" sz="800" b="1" dirty="0"/>
            <a:t>Gaurav Sharma</a:t>
          </a:r>
        </a:p>
        <a:p>
          <a:r>
            <a:rPr lang="en-IN" sz="800" b="1" dirty="0"/>
            <a:t>Sr. Exe</a:t>
          </a:r>
        </a:p>
        <a:p>
          <a:r>
            <a:rPr lang="en-IN" sz="800" b="1" dirty="0"/>
            <a:t>(TECH/OPS)</a:t>
          </a:r>
        </a:p>
      </dgm:t>
    </dgm:pt>
    <dgm:pt modelId="{7074BA1E-DFEF-4733-812B-EAA7E950537D}" type="parTrans" cxnId="{4B4DFC19-822E-4566-BBFA-9D563D1183F4}">
      <dgm:prSet/>
      <dgm:spPr/>
      <dgm:t>
        <a:bodyPr/>
        <a:lstStyle/>
        <a:p>
          <a:endParaRPr lang="en-IN" sz="800" b="1"/>
        </a:p>
      </dgm:t>
    </dgm:pt>
    <dgm:pt modelId="{7A0823D6-3F9A-4D7D-97BE-A639020C3771}" type="sibTrans" cxnId="{4B4DFC19-822E-4566-BBFA-9D563D1183F4}">
      <dgm:prSet/>
      <dgm:spPr/>
      <dgm:t>
        <a:bodyPr/>
        <a:lstStyle/>
        <a:p>
          <a:endParaRPr lang="en-IN"/>
        </a:p>
      </dgm:t>
    </dgm:pt>
    <dgm:pt modelId="{0380B4E8-0CE9-45B6-94A5-EA71938643E7}">
      <dgm:prSet custT="1"/>
      <dgm:spPr/>
      <dgm:t>
        <a:bodyPr/>
        <a:lstStyle/>
        <a:p>
          <a:r>
            <a:rPr lang="en-IN" sz="800" b="1" dirty="0"/>
            <a:t>NAVEEN CHANDRA</a:t>
          </a:r>
        </a:p>
        <a:p>
          <a:r>
            <a:rPr lang="en-IN" sz="800" b="1" dirty="0"/>
            <a:t>Sr. Exe.</a:t>
          </a:r>
        </a:p>
      </dgm:t>
    </dgm:pt>
    <dgm:pt modelId="{F216B8E2-DDAE-4C3C-B78A-DB6958232D84}" type="parTrans" cxnId="{D919DF26-F0AD-4299-BF5E-A385C9E19ABC}">
      <dgm:prSet/>
      <dgm:spPr/>
      <dgm:t>
        <a:bodyPr/>
        <a:lstStyle/>
        <a:p>
          <a:endParaRPr lang="en-IN" sz="800" b="1"/>
        </a:p>
      </dgm:t>
    </dgm:pt>
    <dgm:pt modelId="{A568AA34-A736-4933-9B6A-F007D2EDFDF8}" type="sibTrans" cxnId="{D919DF26-F0AD-4299-BF5E-A385C9E19ABC}">
      <dgm:prSet/>
      <dgm:spPr/>
      <dgm:t>
        <a:bodyPr/>
        <a:lstStyle/>
        <a:p>
          <a:endParaRPr lang="en-IN"/>
        </a:p>
      </dgm:t>
    </dgm:pt>
    <dgm:pt modelId="{02F743CC-0452-4D99-A883-0E691DF84945}">
      <dgm:prSet custT="1"/>
      <dgm:spPr/>
      <dgm:t>
        <a:bodyPr/>
        <a:lstStyle/>
        <a:p>
          <a:r>
            <a:rPr lang="en-IN" sz="800" b="1" u="sng" dirty="0" err="1"/>
            <a:t>Fastag</a:t>
          </a:r>
          <a:r>
            <a:rPr lang="en-IN" sz="800" b="1" u="sng" dirty="0"/>
            <a:t> &amp; CIBIL</a:t>
          </a:r>
          <a:endParaRPr lang="en-IN" sz="800" b="1" dirty="0"/>
        </a:p>
        <a:p>
          <a:r>
            <a:rPr lang="en-IN" sz="800" b="1" dirty="0"/>
            <a:t>Raghav Mishra</a:t>
          </a:r>
        </a:p>
        <a:p>
          <a:r>
            <a:rPr lang="en-IN" sz="800" b="1" dirty="0"/>
            <a:t>Asst. Mgr.</a:t>
          </a:r>
        </a:p>
      </dgm:t>
    </dgm:pt>
    <dgm:pt modelId="{22411CAF-2EC9-43F6-A58C-3E5B383E75A7}" type="parTrans" cxnId="{92331AA8-59C1-49C1-8ED9-8FFA194FA858}">
      <dgm:prSet/>
      <dgm:spPr/>
      <dgm:t>
        <a:bodyPr/>
        <a:lstStyle/>
        <a:p>
          <a:endParaRPr lang="en-IN" sz="800" b="1"/>
        </a:p>
      </dgm:t>
    </dgm:pt>
    <dgm:pt modelId="{7F854D4E-905B-4FD5-B985-61C5F84AF7CD}" type="sibTrans" cxnId="{92331AA8-59C1-49C1-8ED9-8FFA194FA858}">
      <dgm:prSet/>
      <dgm:spPr/>
      <dgm:t>
        <a:bodyPr/>
        <a:lstStyle/>
        <a:p>
          <a:endParaRPr lang="en-IN"/>
        </a:p>
      </dgm:t>
    </dgm:pt>
    <dgm:pt modelId="{BD418C6D-EF45-4836-AEDC-A9B3D7A7D805}">
      <dgm:prSet custT="1"/>
      <dgm:spPr/>
      <dgm:t>
        <a:bodyPr/>
        <a:lstStyle/>
        <a:p>
          <a:r>
            <a:rPr lang="en-IN" sz="800" b="1" dirty="0"/>
            <a:t>TRAVEL Head</a:t>
          </a:r>
        </a:p>
        <a:p>
          <a:r>
            <a:rPr lang="en-IN" sz="800" b="1" dirty="0"/>
            <a:t>Aakash Kumar</a:t>
          </a:r>
        </a:p>
        <a:p>
          <a:r>
            <a:rPr lang="en-IN" sz="800" b="1" dirty="0"/>
            <a:t>SR. MGR.</a:t>
          </a:r>
        </a:p>
      </dgm:t>
    </dgm:pt>
    <dgm:pt modelId="{8D064734-B0EE-4678-AEDA-FA3E8D417597}" type="parTrans" cxnId="{CF37B31C-8417-4E97-A1A7-8B479C7246A1}">
      <dgm:prSet/>
      <dgm:spPr/>
      <dgm:t>
        <a:bodyPr/>
        <a:lstStyle/>
        <a:p>
          <a:endParaRPr lang="en-IN" sz="800" b="1"/>
        </a:p>
      </dgm:t>
    </dgm:pt>
    <dgm:pt modelId="{3E59F582-CAB5-4BA1-BC75-2BD42861CB55}" type="sibTrans" cxnId="{CF37B31C-8417-4E97-A1A7-8B479C7246A1}">
      <dgm:prSet/>
      <dgm:spPr/>
      <dgm:t>
        <a:bodyPr/>
        <a:lstStyle/>
        <a:p>
          <a:endParaRPr lang="en-IN"/>
        </a:p>
      </dgm:t>
    </dgm:pt>
    <dgm:pt modelId="{F1D7246E-1003-4C42-A15E-435868C8E550}">
      <dgm:prSet custT="1"/>
      <dgm:spPr/>
      <dgm:t>
        <a:bodyPr/>
        <a:lstStyle/>
        <a:p>
          <a:r>
            <a:rPr lang="en-IN" sz="800" b="1" dirty="0"/>
            <a:t>IRCTC-</a:t>
          </a:r>
        </a:p>
        <a:p>
          <a:r>
            <a:rPr lang="en-IN" sz="800" b="1" dirty="0"/>
            <a:t> WASIF</a:t>
          </a:r>
        </a:p>
        <a:p>
          <a:r>
            <a:rPr lang="en-IN" sz="800" b="1" dirty="0"/>
            <a:t>MANAGER</a:t>
          </a:r>
        </a:p>
      </dgm:t>
    </dgm:pt>
    <dgm:pt modelId="{F4B7E5BD-A3B4-4023-AC4B-606F8848DF2C}" type="parTrans" cxnId="{3A1D1F72-425B-4E69-BAF2-24D03BD7A16D}">
      <dgm:prSet/>
      <dgm:spPr/>
      <dgm:t>
        <a:bodyPr/>
        <a:lstStyle/>
        <a:p>
          <a:endParaRPr lang="en-IN" sz="800" b="1"/>
        </a:p>
      </dgm:t>
    </dgm:pt>
    <dgm:pt modelId="{C9DBB66E-2597-4A5B-9AD4-A53A96DB9D60}" type="sibTrans" cxnId="{3A1D1F72-425B-4E69-BAF2-24D03BD7A16D}">
      <dgm:prSet/>
      <dgm:spPr/>
      <dgm:t>
        <a:bodyPr/>
        <a:lstStyle/>
        <a:p>
          <a:endParaRPr lang="en-IN"/>
        </a:p>
      </dgm:t>
    </dgm:pt>
    <dgm:pt modelId="{B5547E8E-F444-4863-8E29-0AF05D1E9E17}">
      <dgm:prSet custT="1"/>
      <dgm:spPr/>
      <dgm:t>
        <a:bodyPr/>
        <a:lstStyle/>
        <a:p>
          <a:r>
            <a:rPr lang="en-IN" sz="800" b="1" dirty="0"/>
            <a:t>New Business/Air/</a:t>
          </a:r>
        </a:p>
        <a:p>
          <a:r>
            <a:rPr lang="en-IN" sz="800" b="1" i="0" dirty="0"/>
            <a:t>Vikrant </a:t>
          </a:r>
          <a:r>
            <a:rPr lang="en-IN" sz="800" b="1" i="0" dirty="0" err="1"/>
            <a:t>Katewa</a:t>
          </a:r>
          <a:r>
            <a:rPr lang="en-IN" sz="800" b="1" dirty="0"/>
            <a:t>- </a:t>
          </a:r>
        </a:p>
        <a:p>
          <a:r>
            <a:rPr lang="en-IN" sz="800" b="1" dirty="0"/>
            <a:t>Asst. Mgr.</a:t>
          </a:r>
        </a:p>
      </dgm:t>
    </dgm:pt>
    <dgm:pt modelId="{23F8337D-772B-43DB-B930-7AD758D99CAC}" type="parTrans" cxnId="{A27A7566-75E5-4ED5-ADDE-ADCC8DE36C85}">
      <dgm:prSet/>
      <dgm:spPr/>
      <dgm:t>
        <a:bodyPr/>
        <a:lstStyle/>
        <a:p>
          <a:endParaRPr lang="en-IN" sz="800" b="1"/>
        </a:p>
      </dgm:t>
    </dgm:pt>
    <dgm:pt modelId="{45EA49C1-A0D2-4FEB-A972-875841DE4834}" type="sibTrans" cxnId="{A27A7566-75E5-4ED5-ADDE-ADCC8DE36C85}">
      <dgm:prSet/>
      <dgm:spPr/>
      <dgm:t>
        <a:bodyPr/>
        <a:lstStyle/>
        <a:p>
          <a:endParaRPr lang="en-IN"/>
        </a:p>
      </dgm:t>
    </dgm:pt>
    <dgm:pt modelId="{57A0EFBB-D2B5-4626-820C-D440C9194FED}">
      <dgm:prSet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800" b="1" dirty="0">
              <a:solidFill>
                <a:schemeClr val="bg1"/>
              </a:solidFill>
            </a:rPr>
            <a:t>IRCTC</a:t>
          </a: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800" b="1" dirty="0">
              <a:solidFill>
                <a:schemeClr val="bg1"/>
              </a:solidFill>
            </a:rPr>
            <a:t>POOJA CHAUHAN </a:t>
          </a:r>
        </a:p>
        <a:p>
          <a:pPr marL="0" lvl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dirty="0">
              <a:solidFill>
                <a:schemeClr val="bg1"/>
              </a:solidFill>
            </a:rPr>
            <a:t>SR. EXE</a:t>
          </a:r>
        </a:p>
      </dgm:t>
    </dgm:pt>
    <dgm:pt modelId="{5D69D16D-3DE6-49FF-913D-0750BA850CEF}" type="parTrans" cxnId="{16C6BF97-C8EE-4A88-851F-1903461CD480}">
      <dgm:prSet/>
      <dgm:spPr/>
      <dgm:t>
        <a:bodyPr/>
        <a:lstStyle/>
        <a:p>
          <a:endParaRPr lang="en-IN" sz="800" b="1"/>
        </a:p>
      </dgm:t>
    </dgm:pt>
    <dgm:pt modelId="{111069D0-3C98-47C9-B041-5C62D56B277C}" type="sibTrans" cxnId="{16C6BF97-C8EE-4A88-851F-1903461CD480}">
      <dgm:prSet/>
      <dgm:spPr/>
      <dgm:t>
        <a:bodyPr/>
        <a:lstStyle/>
        <a:p>
          <a:endParaRPr lang="en-IN"/>
        </a:p>
      </dgm:t>
    </dgm:pt>
    <dgm:pt modelId="{F8D7B3A5-3763-472C-A6F5-233475F059D4}">
      <dgm:prSet custT="1"/>
      <dgm:spPr/>
      <dgm:t>
        <a:bodyPr/>
        <a:lstStyle/>
        <a:p>
          <a:r>
            <a:rPr lang="en-US" sz="800" b="1" dirty="0"/>
            <a:t>BUS/SRTC/HOTEL</a:t>
          </a:r>
        </a:p>
        <a:p>
          <a:r>
            <a:rPr lang="en-US" sz="800" b="1" dirty="0"/>
            <a:t>SACHIN KUMAR</a:t>
          </a:r>
        </a:p>
        <a:p>
          <a:r>
            <a:rPr lang="en-US" sz="800" b="1" dirty="0"/>
            <a:t>Asst. Mgr.</a:t>
          </a:r>
        </a:p>
        <a:p>
          <a:endParaRPr lang="en-IN" sz="800" b="1" dirty="0"/>
        </a:p>
      </dgm:t>
    </dgm:pt>
    <dgm:pt modelId="{1AA42F1F-ABD4-4063-9926-983BEC1F445B}" type="parTrans" cxnId="{C8BD1706-6EBC-46F0-83E9-A45CCAC532B5}">
      <dgm:prSet/>
      <dgm:spPr/>
      <dgm:t>
        <a:bodyPr/>
        <a:lstStyle/>
        <a:p>
          <a:endParaRPr lang="en-IN" sz="800" b="1"/>
        </a:p>
      </dgm:t>
    </dgm:pt>
    <dgm:pt modelId="{909AF91D-786F-46A5-A40A-38CA34D3D422}" type="sibTrans" cxnId="{C8BD1706-6EBC-46F0-83E9-A45CCAC532B5}">
      <dgm:prSet/>
      <dgm:spPr/>
      <dgm:t>
        <a:bodyPr/>
        <a:lstStyle/>
        <a:p>
          <a:endParaRPr lang="en-IN"/>
        </a:p>
      </dgm:t>
    </dgm:pt>
    <dgm:pt modelId="{479BE731-186E-414E-836C-4D69285599AD}">
      <dgm:prSet custT="1"/>
      <dgm:spPr/>
      <dgm:t>
        <a:bodyPr/>
        <a:lstStyle/>
        <a:p>
          <a:r>
            <a:rPr lang="en-IN" sz="800" b="1" dirty="0"/>
            <a:t>FLIGHT</a:t>
          </a:r>
        </a:p>
        <a:p>
          <a:r>
            <a:rPr lang="en-IN" sz="800" b="1" dirty="0"/>
            <a:t>BABY RAI</a:t>
          </a:r>
        </a:p>
        <a:p>
          <a:r>
            <a:rPr lang="en-IN" sz="800" b="1" dirty="0"/>
            <a:t>ASST MGR</a:t>
          </a:r>
        </a:p>
      </dgm:t>
    </dgm:pt>
    <dgm:pt modelId="{DA5261DC-9146-40EE-903D-F5BD608D818A}" type="parTrans" cxnId="{EEA8DC6B-70A3-4F4B-9C99-15D10FC11A63}">
      <dgm:prSet/>
      <dgm:spPr/>
      <dgm:t>
        <a:bodyPr/>
        <a:lstStyle/>
        <a:p>
          <a:endParaRPr lang="en-IN" sz="800" b="1"/>
        </a:p>
      </dgm:t>
    </dgm:pt>
    <dgm:pt modelId="{1CDDB46F-55B7-4E23-BA5E-D93A81FE5239}" type="sibTrans" cxnId="{EEA8DC6B-70A3-4F4B-9C99-15D10FC11A63}">
      <dgm:prSet/>
      <dgm:spPr/>
      <dgm:t>
        <a:bodyPr/>
        <a:lstStyle/>
        <a:p>
          <a:endParaRPr lang="en-IN"/>
        </a:p>
      </dgm:t>
    </dgm:pt>
    <dgm:pt modelId="{C8B5E7B5-A5F4-449A-9E37-07A831D874EE}">
      <dgm:prSet custT="1"/>
      <dgm:spPr/>
      <dgm:t>
        <a:bodyPr/>
        <a:lstStyle/>
        <a:p>
          <a:r>
            <a:rPr lang="en-IN" sz="800" b="1" u="sng" dirty="0" err="1"/>
            <a:t>Fastag</a:t>
          </a:r>
          <a:endParaRPr lang="en-IN" sz="800" b="1" u="sng" dirty="0"/>
        </a:p>
        <a:p>
          <a:r>
            <a:rPr lang="en-IN" sz="800" b="1" dirty="0"/>
            <a:t>VIPIN KUMAR</a:t>
          </a:r>
        </a:p>
        <a:p>
          <a:r>
            <a:rPr lang="en-IN" sz="800" b="1" dirty="0"/>
            <a:t>Executive</a:t>
          </a:r>
        </a:p>
      </dgm:t>
    </dgm:pt>
    <dgm:pt modelId="{980BF4DD-E023-4939-9596-BF32A5DE5907}" type="parTrans" cxnId="{5A6D8E71-830B-4D68-88C7-423CF8D0049F}">
      <dgm:prSet/>
      <dgm:spPr/>
      <dgm:t>
        <a:bodyPr/>
        <a:lstStyle/>
        <a:p>
          <a:endParaRPr lang="en-IN" sz="800" b="1"/>
        </a:p>
      </dgm:t>
    </dgm:pt>
    <dgm:pt modelId="{31DCE531-1B8C-4800-AF4C-DB2A625098F4}" type="sibTrans" cxnId="{5A6D8E71-830B-4D68-88C7-423CF8D0049F}">
      <dgm:prSet/>
      <dgm:spPr/>
      <dgm:t>
        <a:bodyPr/>
        <a:lstStyle/>
        <a:p>
          <a:endParaRPr lang="en-IN"/>
        </a:p>
      </dgm:t>
    </dgm:pt>
    <dgm:pt modelId="{98D70EF1-FE52-4CA8-A4B8-C680EB5794EF}">
      <dgm:prSet custT="1"/>
      <dgm:spPr/>
      <dgm:t>
        <a:bodyPr/>
        <a:lstStyle/>
        <a:p>
          <a:r>
            <a:rPr lang="en-IN" sz="800" b="1" u="sng" dirty="0" err="1"/>
            <a:t>Fastag</a:t>
          </a:r>
          <a:endParaRPr lang="en-IN" sz="800" b="1" u="sng" dirty="0"/>
        </a:p>
        <a:p>
          <a:r>
            <a:rPr lang="en-IN" sz="800" b="1" dirty="0"/>
            <a:t>SANDEEP KUMAR</a:t>
          </a:r>
        </a:p>
        <a:p>
          <a:r>
            <a:rPr lang="en-IN" sz="800" b="1" dirty="0"/>
            <a:t>Executive</a:t>
          </a:r>
        </a:p>
      </dgm:t>
    </dgm:pt>
    <dgm:pt modelId="{9DFE2AD5-8187-42D7-9FAC-839C290F3004}" type="parTrans" cxnId="{38980DCB-09C2-4D85-AA89-9AA4E7C61E3E}">
      <dgm:prSet/>
      <dgm:spPr/>
      <dgm:t>
        <a:bodyPr/>
        <a:lstStyle/>
        <a:p>
          <a:endParaRPr lang="en-IN" sz="800" b="1"/>
        </a:p>
      </dgm:t>
    </dgm:pt>
    <dgm:pt modelId="{E2BCA4F9-24EC-499B-A111-084173BE68AA}" type="sibTrans" cxnId="{38980DCB-09C2-4D85-AA89-9AA4E7C61E3E}">
      <dgm:prSet/>
      <dgm:spPr/>
      <dgm:t>
        <a:bodyPr/>
        <a:lstStyle/>
        <a:p>
          <a:endParaRPr lang="en-IN"/>
        </a:p>
      </dgm:t>
    </dgm:pt>
    <dgm:pt modelId="{DD12EDEC-E63E-41A4-AA6A-765D03700F8D}">
      <dgm:prSet custT="1"/>
      <dgm:spPr/>
      <dgm:t>
        <a:bodyPr/>
        <a:lstStyle/>
        <a:p>
          <a:r>
            <a:rPr lang="en-IN" sz="800" b="1" dirty="0"/>
            <a:t>Marketing/Ops Job</a:t>
          </a:r>
        </a:p>
        <a:p>
          <a:r>
            <a:rPr lang="en-IN" sz="800" b="1" dirty="0"/>
            <a:t>Nidhi Pal</a:t>
          </a:r>
        </a:p>
        <a:p>
          <a:r>
            <a:rPr lang="en-IN" sz="800" b="1" dirty="0"/>
            <a:t>Asst. </a:t>
          </a:r>
          <a:r>
            <a:rPr lang="en-IN" sz="800" b="1" dirty="0" err="1"/>
            <a:t>Mgr</a:t>
          </a:r>
          <a:endParaRPr lang="en-IN" sz="800" dirty="0"/>
        </a:p>
      </dgm:t>
    </dgm:pt>
    <dgm:pt modelId="{8620CE3B-D9C4-43EB-B72C-490F5311F37C}" type="parTrans" cxnId="{B5996FB9-C0C4-43B1-B524-18369658E98A}">
      <dgm:prSet/>
      <dgm:spPr/>
      <dgm:t>
        <a:bodyPr/>
        <a:lstStyle/>
        <a:p>
          <a:endParaRPr lang="en-IN" sz="800"/>
        </a:p>
      </dgm:t>
    </dgm:pt>
    <dgm:pt modelId="{ACED4561-C98E-491E-AC00-F36484EF5F99}" type="sibTrans" cxnId="{B5996FB9-C0C4-43B1-B524-18369658E98A}">
      <dgm:prSet/>
      <dgm:spPr/>
      <dgm:t>
        <a:bodyPr/>
        <a:lstStyle/>
        <a:p>
          <a:endParaRPr lang="en-IN"/>
        </a:p>
      </dgm:t>
    </dgm:pt>
    <dgm:pt modelId="{DAB387CE-DC70-4B27-90A5-9C90F18CC395}">
      <dgm:prSet custT="1"/>
      <dgm:spPr/>
      <dgm:t>
        <a:bodyPr/>
        <a:lstStyle/>
        <a:p>
          <a:pPr>
            <a:buNone/>
          </a:pPr>
          <a:r>
            <a:rPr lang="en-IN" sz="800" b="1" i="0" dirty="0"/>
            <a:t>Kamlesh Singh</a:t>
          </a:r>
        </a:p>
        <a:p>
          <a:pPr>
            <a:buNone/>
          </a:pPr>
          <a:r>
            <a:rPr lang="en-IN" sz="800" b="1" dirty="0"/>
            <a:t>Asst. Mgr.</a:t>
          </a:r>
        </a:p>
      </dgm:t>
    </dgm:pt>
    <dgm:pt modelId="{2FA44269-0ADF-4761-85E4-F3AB20038E70}" type="parTrans" cxnId="{B46D4383-737C-479C-94E6-E2F7C81937B7}">
      <dgm:prSet/>
      <dgm:spPr/>
      <dgm:t>
        <a:bodyPr/>
        <a:lstStyle/>
        <a:p>
          <a:endParaRPr lang="en-IN" sz="800"/>
        </a:p>
      </dgm:t>
    </dgm:pt>
    <dgm:pt modelId="{2CB3E76E-6F0E-49A0-B145-E6B2E6CEB1C7}" type="sibTrans" cxnId="{B46D4383-737C-479C-94E6-E2F7C81937B7}">
      <dgm:prSet/>
      <dgm:spPr/>
      <dgm:t>
        <a:bodyPr/>
        <a:lstStyle/>
        <a:p>
          <a:endParaRPr lang="en-IN"/>
        </a:p>
      </dgm:t>
    </dgm:pt>
    <dgm:pt modelId="{3341D47C-63A4-43F4-8086-889AFBF97907}">
      <dgm:prSet custT="1"/>
      <dgm:spPr/>
      <dgm:t>
        <a:bodyPr/>
        <a:lstStyle/>
        <a:p>
          <a:r>
            <a:rPr lang="en-IN" sz="800" b="1" i="0" dirty="0"/>
            <a:t>Raj Kumar Pathak</a:t>
          </a:r>
        </a:p>
        <a:p>
          <a:r>
            <a:rPr lang="en-IN" sz="800" b="1" dirty="0"/>
            <a:t>Manager</a:t>
          </a:r>
        </a:p>
      </dgm:t>
    </dgm:pt>
    <dgm:pt modelId="{9358021C-7558-4755-8498-31E9BE8A7887}" type="parTrans" cxnId="{6C037601-A3C0-4E60-9418-8A6478A1D75E}">
      <dgm:prSet/>
      <dgm:spPr/>
      <dgm:t>
        <a:bodyPr/>
        <a:lstStyle/>
        <a:p>
          <a:endParaRPr lang="en-IN" sz="800"/>
        </a:p>
      </dgm:t>
    </dgm:pt>
    <dgm:pt modelId="{9DAC6847-6534-4140-A195-C813ECE1A5F3}" type="sibTrans" cxnId="{6C037601-A3C0-4E60-9418-8A6478A1D75E}">
      <dgm:prSet/>
      <dgm:spPr/>
      <dgm:t>
        <a:bodyPr/>
        <a:lstStyle/>
        <a:p>
          <a:endParaRPr lang="en-IN"/>
        </a:p>
      </dgm:t>
    </dgm:pt>
    <dgm:pt modelId="{5DD9EA0B-FD4B-47EE-A5D8-00DB2032D056}">
      <dgm:prSet custT="1"/>
      <dgm:spPr/>
      <dgm:t>
        <a:bodyPr/>
        <a:lstStyle/>
        <a:p>
          <a:pPr>
            <a:buNone/>
          </a:pPr>
          <a:r>
            <a:rPr lang="en-IN" sz="800" b="1" i="0" dirty="0"/>
            <a:t>Kamlesh Singh</a:t>
          </a:r>
        </a:p>
        <a:p>
          <a:pPr>
            <a:buNone/>
          </a:pPr>
          <a:r>
            <a:rPr lang="en-IN" sz="800" b="1" dirty="0"/>
            <a:t>Asst. Mgr.</a:t>
          </a:r>
        </a:p>
      </dgm:t>
    </dgm:pt>
    <dgm:pt modelId="{CBED35A4-698A-4704-8CCF-E730080757B8}" type="parTrans" cxnId="{B0A525F8-7C47-4A4F-B990-3CDF18C92A48}">
      <dgm:prSet/>
      <dgm:spPr/>
      <dgm:t>
        <a:bodyPr/>
        <a:lstStyle/>
        <a:p>
          <a:endParaRPr lang="en-IN" sz="800"/>
        </a:p>
      </dgm:t>
    </dgm:pt>
    <dgm:pt modelId="{3F9B7AC9-70BC-4960-BEB0-9281E87A50F2}" type="sibTrans" cxnId="{B0A525F8-7C47-4A4F-B990-3CDF18C92A48}">
      <dgm:prSet/>
      <dgm:spPr/>
      <dgm:t>
        <a:bodyPr/>
        <a:lstStyle/>
        <a:p>
          <a:endParaRPr lang="en-IN"/>
        </a:p>
      </dgm:t>
    </dgm:pt>
    <dgm:pt modelId="{EEAC989B-7AE0-4775-A2C8-BFDA9D445E0C}">
      <dgm:prSet custT="1"/>
      <dgm:spPr/>
      <dgm:t>
        <a:bodyPr/>
        <a:lstStyle/>
        <a:p>
          <a:r>
            <a:rPr lang="en-IN" sz="800" b="1" dirty="0"/>
            <a:t>REPORTEE</a:t>
          </a:r>
        </a:p>
        <a:p>
          <a:r>
            <a:rPr lang="en-IN" sz="800" b="1" dirty="0"/>
            <a:t>DEEPAK KUMAR- </a:t>
          </a:r>
        </a:p>
        <a:p>
          <a:r>
            <a:rPr lang="en-IN" sz="800" b="1" dirty="0"/>
            <a:t>ASST. MGRMIS &amp; MGMT</a:t>
          </a:r>
          <a:endParaRPr lang="en-IN" sz="800" dirty="0"/>
        </a:p>
      </dgm:t>
    </dgm:pt>
    <dgm:pt modelId="{3542F88A-F81B-4384-A418-38C5DC1DD463}" type="parTrans" cxnId="{33DA9707-2047-42F7-AE1C-4A5262280EA3}">
      <dgm:prSet/>
      <dgm:spPr/>
      <dgm:t>
        <a:bodyPr/>
        <a:lstStyle/>
        <a:p>
          <a:endParaRPr lang="en-IN" sz="800"/>
        </a:p>
      </dgm:t>
    </dgm:pt>
    <dgm:pt modelId="{12D60087-D3A6-4B05-9602-4C185A47BE05}" type="sibTrans" cxnId="{33DA9707-2047-42F7-AE1C-4A5262280EA3}">
      <dgm:prSet/>
      <dgm:spPr/>
      <dgm:t>
        <a:bodyPr/>
        <a:lstStyle/>
        <a:p>
          <a:endParaRPr lang="en-IN"/>
        </a:p>
      </dgm:t>
    </dgm:pt>
    <dgm:pt modelId="{F8468C96-68A4-4841-8CA1-13388EEB9495}">
      <dgm:prSet/>
      <dgm:spPr/>
      <dgm:t>
        <a:bodyPr/>
        <a:lstStyle/>
        <a:p>
          <a:r>
            <a:rPr lang="en-US" b="1" dirty="0"/>
            <a:t>BUS</a:t>
          </a:r>
        </a:p>
        <a:p>
          <a:r>
            <a:rPr lang="en-US" b="1" dirty="0"/>
            <a:t>RAHUL Kumar</a:t>
          </a:r>
        </a:p>
        <a:p>
          <a:r>
            <a:rPr lang="en-IN" b="1" dirty="0"/>
            <a:t>Executive</a:t>
          </a:r>
          <a:endParaRPr lang="en-IN" dirty="0"/>
        </a:p>
      </dgm:t>
    </dgm:pt>
    <dgm:pt modelId="{1E15AA8F-D145-4902-83A8-CDF9CD9E83A3}" type="parTrans" cxnId="{DCF69CF6-6E2C-44C5-9118-0394421DBF93}">
      <dgm:prSet/>
      <dgm:spPr/>
      <dgm:t>
        <a:bodyPr/>
        <a:lstStyle/>
        <a:p>
          <a:endParaRPr lang="en-IN"/>
        </a:p>
      </dgm:t>
    </dgm:pt>
    <dgm:pt modelId="{F075C096-B999-415C-8AA9-2C25DDB7BA00}" type="sibTrans" cxnId="{DCF69CF6-6E2C-44C5-9118-0394421DBF93}">
      <dgm:prSet/>
      <dgm:spPr/>
      <dgm:t>
        <a:bodyPr/>
        <a:lstStyle/>
        <a:p>
          <a:endParaRPr lang="en-IN"/>
        </a:p>
      </dgm:t>
    </dgm:pt>
    <dgm:pt modelId="{F2DBDA25-0885-4274-B725-A570848940E4}" type="pres">
      <dgm:prSet presAssocID="{F68EC184-5183-4226-8629-B0F0E797AEC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5B64F14-E7D9-4062-BCBA-72AA2926E2E8}" type="pres">
      <dgm:prSet presAssocID="{DBEC5EC7-42ED-4C0C-9529-49377A018868}" presName="hierRoot1" presStyleCnt="0">
        <dgm:presLayoutVars>
          <dgm:hierBranch val="init"/>
        </dgm:presLayoutVars>
      </dgm:prSet>
      <dgm:spPr/>
    </dgm:pt>
    <dgm:pt modelId="{E7650FBB-8DAB-48B0-A868-875F5AA90406}" type="pres">
      <dgm:prSet presAssocID="{DBEC5EC7-42ED-4C0C-9529-49377A018868}" presName="rootComposite1" presStyleCnt="0"/>
      <dgm:spPr/>
    </dgm:pt>
    <dgm:pt modelId="{0624A0DB-2A56-42B6-8AD8-DCCE55415E57}" type="pres">
      <dgm:prSet presAssocID="{DBEC5EC7-42ED-4C0C-9529-49377A018868}" presName="rootText1" presStyleLbl="node0" presStyleIdx="0" presStyleCnt="1" custLinFactNeighborX="-697" custLinFactNeighborY="-47718">
        <dgm:presLayoutVars>
          <dgm:chPref val="3"/>
        </dgm:presLayoutVars>
      </dgm:prSet>
      <dgm:spPr/>
    </dgm:pt>
    <dgm:pt modelId="{A41DF725-580C-4CC9-90E6-AA1AB643BAAE}" type="pres">
      <dgm:prSet presAssocID="{DBEC5EC7-42ED-4C0C-9529-49377A018868}" presName="rootConnector1" presStyleLbl="node1" presStyleIdx="0" presStyleCnt="0"/>
      <dgm:spPr/>
    </dgm:pt>
    <dgm:pt modelId="{856B4492-BE86-49A3-8777-271DE2B1F158}" type="pres">
      <dgm:prSet presAssocID="{DBEC5EC7-42ED-4C0C-9529-49377A018868}" presName="hierChild2" presStyleCnt="0"/>
      <dgm:spPr/>
    </dgm:pt>
    <dgm:pt modelId="{14BBD1A2-0817-4CE7-9C53-40F9089D22E0}" type="pres">
      <dgm:prSet presAssocID="{3569459C-694B-4E65-918C-963DD528D425}" presName="Name37" presStyleLbl="parChTrans1D2" presStyleIdx="0" presStyleCnt="7"/>
      <dgm:spPr/>
    </dgm:pt>
    <dgm:pt modelId="{B0FF0772-EED4-4B41-8509-7CFA6A7FE8B3}" type="pres">
      <dgm:prSet presAssocID="{3E1DD7F1-C654-4316-A393-74E834C9EB1A}" presName="hierRoot2" presStyleCnt="0">
        <dgm:presLayoutVars>
          <dgm:hierBranch val="init"/>
        </dgm:presLayoutVars>
      </dgm:prSet>
      <dgm:spPr/>
    </dgm:pt>
    <dgm:pt modelId="{80E43AA5-5FDE-4503-9B62-501A331363DF}" type="pres">
      <dgm:prSet presAssocID="{3E1DD7F1-C654-4316-A393-74E834C9EB1A}" presName="rootComposite" presStyleCnt="0"/>
      <dgm:spPr/>
    </dgm:pt>
    <dgm:pt modelId="{DB957F9F-72B0-4F7D-B792-24D2768D5AE6}" type="pres">
      <dgm:prSet presAssocID="{3E1DD7F1-C654-4316-A393-74E834C9EB1A}" presName="rootText" presStyleLbl="node2" presStyleIdx="0" presStyleCnt="6" custScaleX="186912" custScaleY="101942">
        <dgm:presLayoutVars>
          <dgm:chPref val="3"/>
        </dgm:presLayoutVars>
      </dgm:prSet>
      <dgm:spPr/>
    </dgm:pt>
    <dgm:pt modelId="{AACF4318-131C-442D-9333-529018D89884}" type="pres">
      <dgm:prSet presAssocID="{3E1DD7F1-C654-4316-A393-74E834C9EB1A}" presName="rootConnector" presStyleLbl="node2" presStyleIdx="0" presStyleCnt="6"/>
      <dgm:spPr/>
    </dgm:pt>
    <dgm:pt modelId="{584DBD31-2760-491C-A585-3B17E67283AD}" type="pres">
      <dgm:prSet presAssocID="{3E1DD7F1-C654-4316-A393-74E834C9EB1A}" presName="hierChild4" presStyleCnt="0"/>
      <dgm:spPr/>
    </dgm:pt>
    <dgm:pt modelId="{A238D823-7E4A-421B-AE0A-F5424C7FFC39}" type="pres">
      <dgm:prSet presAssocID="{2CC84D59-0E21-416C-B566-8E4EB45CDE7B}" presName="Name37" presStyleLbl="parChTrans1D3" presStyleIdx="0" presStyleCnt="11"/>
      <dgm:spPr/>
    </dgm:pt>
    <dgm:pt modelId="{A1A0A6CE-2AC2-47DF-B85E-933CF54CCDE6}" type="pres">
      <dgm:prSet presAssocID="{72E73970-A1AA-41F0-BF3E-FBAE8AA2ABD1}" presName="hierRoot2" presStyleCnt="0">
        <dgm:presLayoutVars>
          <dgm:hierBranch val="init"/>
        </dgm:presLayoutVars>
      </dgm:prSet>
      <dgm:spPr/>
    </dgm:pt>
    <dgm:pt modelId="{0E6B519C-2222-4985-AF23-73BCA9E563F8}" type="pres">
      <dgm:prSet presAssocID="{72E73970-A1AA-41F0-BF3E-FBAE8AA2ABD1}" presName="rootComposite" presStyleCnt="0"/>
      <dgm:spPr/>
    </dgm:pt>
    <dgm:pt modelId="{834D94E4-6919-4D2B-A579-9A10D59187A4}" type="pres">
      <dgm:prSet presAssocID="{72E73970-A1AA-41F0-BF3E-FBAE8AA2ABD1}" presName="rootText" presStyleLbl="node3" presStyleIdx="0" presStyleCnt="11" custScaleX="104634" custScaleY="134772">
        <dgm:presLayoutVars>
          <dgm:chPref val="3"/>
        </dgm:presLayoutVars>
      </dgm:prSet>
      <dgm:spPr/>
    </dgm:pt>
    <dgm:pt modelId="{481792BF-CA23-4FC4-B503-3FFF3D9AF204}" type="pres">
      <dgm:prSet presAssocID="{72E73970-A1AA-41F0-BF3E-FBAE8AA2ABD1}" presName="rootConnector" presStyleLbl="node3" presStyleIdx="0" presStyleCnt="11"/>
      <dgm:spPr/>
    </dgm:pt>
    <dgm:pt modelId="{49DC6D1C-FBD1-4E1B-84AD-86CB6AAC1042}" type="pres">
      <dgm:prSet presAssocID="{72E73970-A1AA-41F0-BF3E-FBAE8AA2ABD1}" presName="hierChild4" presStyleCnt="0"/>
      <dgm:spPr/>
    </dgm:pt>
    <dgm:pt modelId="{7053A4FA-777A-46EA-869B-473368D42AD1}" type="pres">
      <dgm:prSet presAssocID="{D56B0281-007C-4651-B402-1074A8070BD7}" presName="Name37" presStyleLbl="parChTrans1D4" presStyleIdx="0" presStyleCnt="8"/>
      <dgm:spPr/>
    </dgm:pt>
    <dgm:pt modelId="{B2D9A13F-28A3-4BCE-9471-9D5708FFC199}" type="pres">
      <dgm:prSet presAssocID="{8C31D71E-DC15-4B60-A584-14D527124F05}" presName="hierRoot2" presStyleCnt="0">
        <dgm:presLayoutVars>
          <dgm:hierBranch val="init"/>
        </dgm:presLayoutVars>
      </dgm:prSet>
      <dgm:spPr/>
    </dgm:pt>
    <dgm:pt modelId="{2778C58B-7A16-4AC3-93A0-DDDA0401154B}" type="pres">
      <dgm:prSet presAssocID="{8C31D71E-DC15-4B60-A584-14D527124F05}" presName="rootComposite" presStyleCnt="0"/>
      <dgm:spPr/>
    </dgm:pt>
    <dgm:pt modelId="{90D3825F-C031-42BC-88B6-F885271C2F15}" type="pres">
      <dgm:prSet presAssocID="{8C31D71E-DC15-4B60-A584-14D527124F05}" presName="rootText" presStyleLbl="node4" presStyleIdx="0" presStyleCnt="8">
        <dgm:presLayoutVars>
          <dgm:chPref val="3"/>
        </dgm:presLayoutVars>
      </dgm:prSet>
      <dgm:spPr/>
    </dgm:pt>
    <dgm:pt modelId="{C05B71DE-DB1C-44FE-A30B-8CC68F867A57}" type="pres">
      <dgm:prSet presAssocID="{8C31D71E-DC15-4B60-A584-14D527124F05}" presName="rootConnector" presStyleLbl="node4" presStyleIdx="0" presStyleCnt="8"/>
      <dgm:spPr/>
    </dgm:pt>
    <dgm:pt modelId="{B168B041-4489-40A4-A094-116530010716}" type="pres">
      <dgm:prSet presAssocID="{8C31D71E-DC15-4B60-A584-14D527124F05}" presName="hierChild4" presStyleCnt="0"/>
      <dgm:spPr/>
    </dgm:pt>
    <dgm:pt modelId="{03509C1D-73C3-4A4F-ABDA-E8FB8E8C054D}" type="pres">
      <dgm:prSet presAssocID="{8C31D71E-DC15-4B60-A584-14D527124F05}" presName="hierChild5" presStyleCnt="0"/>
      <dgm:spPr/>
    </dgm:pt>
    <dgm:pt modelId="{9D9F015C-8D0A-4420-829E-BC4DF6E46FC5}" type="pres">
      <dgm:prSet presAssocID="{72E73970-A1AA-41F0-BF3E-FBAE8AA2ABD1}" presName="hierChild5" presStyleCnt="0"/>
      <dgm:spPr/>
    </dgm:pt>
    <dgm:pt modelId="{6A9F3C22-78F8-4A0B-AC09-1668B93FA539}" type="pres">
      <dgm:prSet presAssocID="{E8D9E071-FF04-430A-8881-682CA6D64491}" presName="Name37" presStyleLbl="parChTrans1D3" presStyleIdx="1" presStyleCnt="11"/>
      <dgm:spPr/>
    </dgm:pt>
    <dgm:pt modelId="{E5513ADE-DEF8-40BF-8068-560B11CA0BBC}" type="pres">
      <dgm:prSet presAssocID="{22B2656C-7DA6-4AD8-8973-8F43611AF056}" presName="hierRoot2" presStyleCnt="0">
        <dgm:presLayoutVars>
          <dgm:hierBranch val="init"/>
        </dgm:presLayoutVars>
      </dgm:prSet>
      <dgm:spPr/>
    </dgm:pt>
    <dgm:pt modelId="{7FACD376-C484-4340-BF39-FE4D062EFE59}" type="pres">
      <dgm:prSet presAssocID="{22B2656C-7DA6-4AD8-8973-8F43611AF056}" presName="rootComposite" presStyleCnt="0"/>
      <dgm:spPr/>
    </dgm:pt>
    <dgm:pt modelId="{9318AD48-C857-442C-A98D-46457B476A31}" type="pres">
      <dgm:prSet presAssocID="{22B2656C-7DA6-4AD8-8973-8F43611AF056}" presName="rootText" presStyleLbl="node3" presStyleIdx="1" presStyleCnt="11">
        <dgm:presLayoutVars>
          <dgm:chPref val="3"/>
        </dgm:presLayoutVars>
      </dgm:prSet>
      <dgm:spPr/>
    </dgm:pt>
    <dgm:pt modelId="{7CD13C2D-7B9E-4688-A545-9C5625B3BD0F}" type="pres">
      <dgm:prSet presAssocID="{22B2656C-7DA6-4AD8-8973-8F43611AF056}" presName="rootConnector" presStyleLbl="node3" presStyleIdx="1" presStyleCnt="11"/>
      <dgm:spPr/>
    </dgm:pt>
    <dgm:pt modelId="{7DD6E89F-DFF7-4F2A-8788-AEC926DCF218}" type="pres">
      <dgm:prSet presAssocID="{22B2656C-7DA6-4AD8-8973-8F43611AF056}" presName="hierChild4" presStyleCnt="0"/>
      <dgm:spPr/>
    </dgm:pt>
    <dgm:pt modelId="{FCF263EA-8DE3-4199-B212-322A2CA8B236}" type="pres">
      <dgm:prSet presAssocID="{7074BA1E-DFEF-4733-812B-EAA7E950537D}" presName="Name37" presStyleLbl="parChTrans1D4" presStyleIdx="1" presStyleCnt="8"/>
      <dgm:spPr/>
    </dgm:pt>
    <dgm:pt modelId="{BABAD884-88F8-49D9-821B-108930AAECA4}" type="pres">
      <dgm:prSet presAssocID="{206C0DC6-60EF-49D0-AB61-5620D1BBE145}" presName="hierRoot2" presStyleCnt="0">
        <dgm:presLayoutVars>
          <dgm:hierBranch val="init"/>
        </dgm:presLayoutVars>
      </dgm:prSet>
      <dgm:spPr/>
    </dgm:pt>
    <dgm:pt modelId="{37D28E06-4662-4E81-9A80-C2601098D339}" type="pres">
      <dgm:prSet presAssocID="{206C0DC6-60EF-49D0-AB61-5620D1BBE145}" presName="rootComposite" presStyleCnt="0"/>
      <dgm:spPr/>
    </dgm:pt>
    <dgm:pt modelId="{28A2D974-9872-452F-91BA-AAAD376AB498}" type="pres">
      <dgm:prSet presAssocID="{206C0DC6-60EF-49D0-AB61-5620D1BBE145}" presName="rootText" presStyleLbl="node4" presStyleIdx="1" presStyleCnt="8">
        <dgm:presLayoutVars>
          <dgm:chPref val="3"/>
        </dgm:presLayoutVars>
      </dgm:prSet>
      <dgm:spPr/>
    </dgm:pt>
    <dgm:pt modelId="{61E35C6D-52BE-42F5-A856-949BA4F185CE}" type="pres">
      <dgm:prSet presAssocID="{206C0DC6-60EF-49D0-AB61-5620D1BBE145}" presName="rootConnector" presStyleLbl="node4" presStyleIdx="1" presStyleCnt="8"/>
      <dgm:spPr/>
    </dgm:pt>
    <dgm:pt modelId="{4CCF779E-DEEE-4A39-8265-DB8A9C83371D}" type="pres">
      <dgm:prSet presAssocID="{206C0DC6-60EF-49D0-AB61-5620D1BBE145}" presName="hierChild4" presStyleCnt="0"/>
      <dgm:spPr/>
    </dgm:pt>
    <dgm:pt modelId="{4B8546A2-FDA2-4E26-AEA2-379E76CFF794}" type="pres">
      <dgm:prSet presAssocID="{206C0DC6-60EF-49D0-AB61-5620D1BBE145}" presName="hierChild5" presStyleCnt="0"/>
      <dgm:spPr/>
    </dgm:pt>
    <dgm:pt modelId="{6BAF88BB-4DFE-4E62-A878-6CD87774856D}" type="pres">
      <dgm:prSet presAssocID="{22B2656C-7DA6-4AD8-8973-8F43611AF056}" presName="hierChild5" presStyleCnt="0"/>
      <dgm:spPr/>
    </dgm:pt>
    <dgm:pt modelId="{2A511E70-664B-4F89-9599-7AB6B80F75D5}" type="pres">
      <dgm:prSet presAssocID="{9516FD18-66CB-415A-8DD5-995358BEE230}" presName="Name37" presStyleLbl="parChTrans1D3" presStyleIdx="2" presStyleCnt="11"/>
      <dgm:spPr/>
    </dgm:pt>
    <dgm:pt modelId="{5744AE1B-396A-4322-884E-68EFE90A058C}" type="pres">
      <dgm:prSet presAssocID="{1E2AF7A0-8844-4ADF-ADCC-57727C9D21F6}" presName="hierRoot2" presStyleCnt="0">
        <dgm:presLayoutVars>
          <dgm:hierBranch val="init"/>
        </dgm:presLayoutVars>
      </dgm:prSet>
      <dgm:spPr/>
    </dgm:pt>
    <dgm:pt modelId="{B77511E3-5E52-4016-92AC-11B3399694AB}" type="pres">
      <dgm:prSet presAssocID="{1E2AF7A0-8844-4ADF-ADCC-57727C9D21F6}" presName="rootComposite" presStyleCnt="0"/>
      <dgm:spPr/>
    </dgm:pt>
    <dgm:pt modelId="{8077F461-E77E-40EB-BF2D-E691FE2AF6DD}" type="pres">
      <dgm:prSet presAssocID="{1E2AF7A0-8844-4ADF-ADCC-57727C9D21F6}" presName="rootText" presStyleLbl="node3" presStyleIdx="2" presStyleCnt="11">
        <dgm:presLayoutVars>
          <dgm:chPref val="3"/>
        </dgm:presLayoutVars>
      </dgm:prSet>
      <dgm:spPr/>
    </dgm:pt>
    <dgm:pt modelId="{2E00FCD0-95FD-413B-BF1D-E872CA26BE4A}" type="pres">
      <dgm:prSet presAssocID="{1E2AF7A0-8844-4ADF-ADCC-57727C9D21F6}" presName="rootConnector" presStyleLbl="node3" presStyleIdx="2" presStyleCnt="11"/>
      <dgm:spPr/>
    </dgm:pt>
    <dgm:pt modelId="{B7C5585C-833A-47DB-8AE2-903CE9580F34}" type="pres">
      <dgm:prSet presAssocID="{1E2AF7A0-8844-4ADF-ADCC-57727C9D21F6}" presName="hierChild4" presStyleCnt="0"/>
      <dgm:spPr/>
    </dgm:pt>
    <dgm:pt modelId="{AF9E2ED3-0744-4348-A092-BFC1E7B14785}" type="pres">
      <dgm:prSet presAssocID="{F216B8E2-DDAE-4C3C-B78A-DB6958232D84}" presName="Name37" presStyleLbl="parChTrans1D4" presStyleIdx="2" presStyleCnt="8"/>
      <dgm:spPr/>
    </dgm:pt>
    <dgm:pt modelId="{05262498-0C55-4FF3-8C70-311E6E1C9A59}" type="pres">
      <dgm:prSet presAssocID="{0380B4E8-0CE9-45B6-94A5-EA71938643E7}" presName="hierRoot2" presStyleCnt="0">
        <dgm:presLayoutVars>
          <dgm:hierBranch val="init"/>
        </dgm:presLayoutVars>
      </dgm:prSet>
      <dgm:spPr/>
    </dgm:pt>
    <dgm:pt modelId="{8CDF19AD-8353-4D5F-A2E1-76478A9B2BC3}" type="pres">
      <dgm:prSet presAssocID="{0380B4E8-0CE9-45B6-94A5-EA71938643E7}" presName="rootComposite" presStyleCnt="0"/>
      <dgm:spPr/>
    </dgm:pt>
    <dgm:pt modelId="{C8BBC977-2B70-44E9-BFE7-24CABEF73DE9}" type="pres">
      <dgm:prSet presAssocID="{0380B4E8-0CE9-45B6-94A5-EA71938643E7}" presName="rootText" presStyleLbl="node4" presStyleIdx="2" presStyleCnt="8">
        <dgm:presLayoutVars>
          <dgm:chPref val="3"/>
        </dgm:presLayoutVars>
      </dgm:prSet>
      <dgm:spPr/>
    </dgm:pt>
    <dgm:pt modelId="{41E77F2A-BA88-4CDB-B17C-943FE252241C}" type="pres">
      <dgm:prSet presAssocID="{0380B4E8-0CE9-45B6-94A5-EA71938643E7}" presName="rootConnector" presStyleLbl="node4" presStyleIdx="2" presStyleCnt="8"/>
      <dgm:spPr/>
    </dgm:pt>
    <dgm:pt modelId="{AA49EE34-0DD2-4C90-B764-3FDD863B2BC1}" type="pres">
      <dgm:prSet presAssocID="{0380B4E8-0CE9-45B6-94A5-EA71938643E7}" presName="hierChild4" presStyleCnt="0"/>
      <dgm:spPr/>
    </dgm:pt>
    <dgm:pt modelId="{41D64C36-16CE-4D2E-AD48-C3EC90DCA884}" type="pres">
      <dgm:prSet presAssocID="{0380B4E8-0CE9-45B6-94A5-EA71938643E7}" presName="hierChild5" presStyleCnt="0"/>
      <dgm:spPr/>
    </dgm:pt>
    <dgm:pt modelId="{C4FA731F-E4F4-49C7-B34D-AEB35768095C}" type="pres">
      <dgm:prSet presAssocID="{1E2AF7A0-8844-4ADF-ADCC-57727C9D21F6}" presName="hierChild5" presStyleCnt="0"/>
      <dgm:spPr/>
    </dgm:pt>
    <dgm:pt modelId="{3BD593B1-047D-42D6-AA15-FDB36F3269D6}" type="pres">
      <dgm:prSet presAssocID="{8620CE3B-D9C4-43EB-B72C-490F5311F37C}" presName="Name37" presStyleLbl="parChTrans1D3" presStyleIdx="3" presStyleCnt="11"/>
      <dgm:spPr/>
    </dgm:pt>
    <dgm:pt modelId="{D2F1C85D-F49A-4808-BC5F-0F3961060470}" type="pres">
      <dgm:prSet presAssocID="{DD12EDEC-E63E-41A4-AA6A-765D03700F8D}" presName="hierRoot2" presStyleCnt="0">
        <dgm:presLayoutVars>
          <dgm:hierBranch val="init"/>
        </dgm:presLayoutVars>
      </dgm:prSet>
      <dgm:spPr/>
    </dgm:pt>
    <dgm:pt modelId="{B729FF8B-65B0-431B-818A-B55622FB5F0F}" type="pres">
      <dgm:prSet presAssocID="{DD12EDEC-E63E-41A4-AA6A-765D03700F8D}" presName="rootComposite" presStyleCnt="0"/>
      <dgm:spPr/>
    </dgm:pt>
    <dgm:pt modelId="{8D07C1E6-E78B-434F-ACF5-3C1A06BFE164}" type="pres">
      <dgm:prSet presAssocID="{DD12EDEC-E63E-41A4-AA6A-765D03700F8D}" presName="rootText" presStyleLbl="node3" presStyleIdx="3" presStyleCnt="11">
        <dgm:presLayoutVars>
          <dgm:chPref val="3"/>
        </dgm:presLayoutVars>
      </dgm:prSet>
      <dgm:spPr/>
    </dgm:pt>
    <dgm:pt modelId="{B6619302-DE82-4393-87A3-FE76354118A1}" type="pres">
      <dgm:prSet presAssocID="{DD12EDEC-E63E-41A4-AA6A-765D03700F8D}" presName="rootConnector" presStyleLbl="node3" presStyleIdx="3" presStyleCnt="11"/>
      <dgm:spPr/>
    </dgm:pt>
    <dgm:pt modelId="{1B7BD897-497C-4487-8A75-6A545DDF9311}" type="pres">
      <dgm:prSet presAssocID="{DD12EDEC-E63E-41A4-AA6A-765D03700F8D}" presName="hierChild4" presStyleCnt="0"/>
      <dgm:spPr/>
    </dgm:pt>
    <dgm:pt modelId="{DEA28D77-A0BB-4763-9254-AC47A1305A85}" type="pres">
      <dgm:prSet presAssocID="{DD12EDEC-E63E-41A4-AA6A-765D03700F8D}" presName="hierChild5" presStyleCnt="0"/>
      <dgm:spPr/>
    </dgm:pt>
    <dgm:pt modelId="{5A7541D6-566D-4C54-A5FC-A52EEEE573CF}" type="pres">
      <dgm:prSet presAssocID="{3E1DD7F1-C654-4316-A393-74E834C9EB1A}" presName="hierChild5" presStyleCnt="0"/>
      <dgm:spPr/>
    </dgm:pt>
    <dgm:pt modelId="{57286D5F-50A2-4D63-A1AF-9D84944D0C9F}" type="pres">
      <dgm:prSet presAssocID="{22411CAF-2EC9-43F6-A58C-3E5B383E75A7}" presName="Name37" presStyleLbl="parChTrans1D2" presStyleIdx="1" presStyleCnt="7"/>
      <dgm:spPr/>
    </dgm:pt>
    <dgm:pt modelId="{31C15868-AEF8-48EB-8427-0C62E1BB33D4}" type="pres">
      <dgm:prSet presAssocID="{02F743CC-0452-4D99-A883-0E691DF84945}" presName="hierRoot2" presStyleCnt="0">
        <dgm:presLayoutVars>
          <dgm:hierBranch val="init"/>
        </dgm:presLayoutVars>
      </dgm:prSet>
      <dgm:spPr/>
    </dgm:pt>
    <dgm:pt modelId="{AD5A268D-F2E3-44E9-A20F-13555D674551}" type="pres">
      <dgm:prSet presAssocID="{02F743CC-0452-4D99-A883-0E691DF84945}" presName="rootComposite" presStyleCnt="0"/>
      <dgm:spPr/>
    </dgm:pt>
    <dgm:pt modelId="{1F45E52C-0140-406C-984D-0E7631F7D6A5}" type="pres">
      <dgm:prSet presAssocID="{02F743CC-0452-4D99-A883-0E691DF84945}" presName="rootText" presStyleLbl="node2" presStyleIdx="1" presStyleCnt="6">
        <dgm:presLayoutVars>
          <dgm:chPref val="3"/>
        </dgm:presLayoutVars>
      </dgm:prSet>
      <dgm:spPr/>
    </dgm:pt>
    <dgm:pt modelId="{C4D69EEF-E490-4B93-A6D1-59D693FED652}" type="pres">
      <dgm:prSet presAssocID="{02F743CC-0452-4D99-A883-0E691DF84945}" presName="rootConnector" presStyleLbl="node2" presStyleIdx="1" presStyleCnt="6"/>
      <dgm:spPr/>
    </dgm:pt>
    <dgm:pt modelId="{F7C75568-09AC-4A6A-AB76-D5926FD1F921}" type="pres">
      <dgm:prSet presAssocID="{02F743CC-0452-4D99-A883-0E691DF84945}" presName="hierChild4" presStyleCnt="0"/>
      <dgm:spPr/>
    </dgm:pt>
    <dgm:pt modelId="{9D5515C9-0A94-43C1-BC86-1CDFCFB392CC}" type="pres">
      <dgm:prSet presAssocID="{980BF4DD-E023-4939-9596-BF32A5DE5907}" presName="Name37" presStyleLbl="parChTrans1D3" presStyleIdx="4" presStyleCnt="11"/>
      <dgm:spPr/>
    </dgm:pt>
    <dgm:pt modelId="{8852AA97-F259-4207-BA24-EC3C647BC435}" type="pres">
      <dgm:prSet presAssocID="{C8B5E7B5-A5F4-449A-9E37-07A831D874EE}" presName="hierRoot2" presStyleCnt="0">
        <dgm:presLayoutVars>
          <dgm:hierBranch val="init"/>
        </dgm:presLayoutVars>
      </dgm:prSet>
      <dgm:spPr/>
    </dgm:pt>
    <dgm:pt modelId="{6F2B0EEA-4C3C-4707-A48E-C0A9D0BDE530}" type="pres">
      <dgm:prSet presAssocID="{C8B5E7B5-A5F4-449A-9E37-07A831D874EE}" presName="rootComposite" presStyleCnt="0"/>
      <dgm:spPr/>
    </dgm:pt>
    <dgm:pt modelId="{ED8F6956-ED74-47A5-B6E2-7FEF40990842}" type="pres">
      <dgm:prSet presAssocID="{C8B5E7B5-A5F4-449A-9E37-07A831D874EE}" presName="rootText" presStyleLbl="node3" presStyleIdx="4" presStyleCnt="11">
        <dgm:presLayoutVars>
          <dgm:chPref val="3"/>
        </dgm:presLayoutVars>
      </dgm:prSet>
      <dgm:spPr/>
    </dgm:pt>
    <dgm:pt modelId="{23816441-22C9-462A-8002-B0BEC4A1939E}" type="pres">
      <dgm:prSet presAssocID="{C8B5E7B5-A5F4-449A-9E37-07A831D874EE}" presName="rootConnector" presStyleLbl="node3" presStyleIdx="4" presStyleCnt="11"/>
      <dgm:spPr/>
    </dgm:pt>
    <dgm:pt modelId="{A5E8D184-8C7C-401B-BDDE-E0D418C4D401}" type="pres">
      <dgm:prSet presAssocID="{C8B5E7B5-A5F4-449A-9E37-07A831D874EE}" presName="hierChild4" presStyleCnt="0"/>
      <dgm:spPr/>
    </dgm:pt>
    <dgm:pt modelId="{DAF228D2-4996-44EC-A5AF-960B25792E2E}" type="pres">
      <dgm:prSet presAssocID="{C8B5E7B5-A5F4-449A-9E37-07A831D874EE}" presName="hierChild5" presStyleCnt="0"/>
      <dgm:spPr/>
    </dgm:pt>
    <dgm:pt modelId="{16CF27C6-D6CC-4F0D-8F5E-1ABE59A47E33}" type="pres">
      <dgm:prSet presAssocID="{9DFE2AD5-8187-42D7-9FAC-839C290F3004}" presName="Name37" presStyleLbl="parChTrans1D3" presStyleIdx="5" presStyleCnt="11"/>
      <dgm:spPr/>
    </dgm:pt>
    <dgm:pt modelId="{8C6CDA15-9947-44E4-83D2-A5DFEA08296C}" type="pres">
      <dgm:prSet presAssocID="{98D70EF1-FE52-4CA8-A4B8-C680EB5794EF}" presName="hierRoot2" presStyleCnt="0">
        <dgm:presLayoutVars>
          <dgm:hierBranch val="init"/>
        </dgm:presLayoutVars>
      </dgm:prSet>
      <dgm:spPr/>
    </dgm:pt>
    <dgm:pt modelId="{86924CA6-9C96-4405-949C-8131E55EA4C8}" type="pres">
      <dgm:prSet presAssocID="{98D70EF1-FE52-4CA8-A4B8-C680EB5794EF}" presName="rootComposite" presStyleCnt="0"/>
      <dgm:spPr/>
    </dgm:pt>
    <dgm:pt modelId="{A055EAF6-1DC1-4AC5-B5F4-1ABEB00B1A72}" type="pres">
      <dgm:prSet presAssocID="{98D70EF1-FE52-4CA8-A4B8-C680EB5794EF}" presName="rootText" presStyleLbl="node3" presStyleIdx="5" presStyleCnt="11">
        <dgm:presLayoutVars>
          <dgm:chPref val="3"/>
        </dgm:presLayoutVars>
      </dgm:prSet>
      <dgm:spPr/>
    </dgm:pt>
    <dgm:pt modelId="{CB98B130-429B-4C7B-9803-28F2C8D83A03}" type="pres">
      <dgm:prSet presAssocID="{98D70EF1-FE52-4CA8-A4B8-C680EB5794EF}" presName="rootConnector" presStyleLbl="node3" presStyleIdx="5" presStyleCnt="11"/>
      <dgm:spPr/>
    </dgm:pt>
    <dgm:pt modelId="{15AAA015-23B6-48E6-BCE4-5F459219AEED}" type="pres">
      <dgm:prSet presAssocID="{98D70EF1-FE52-4CA8-A4B8-C680EB5794EF}" presName="hierChild4" presStyleCnt="0"/>
      <dgm:spPr/>
    </dgm:pt>
    <dgm:pt modelId="{FF3E6DEE-7EAF-4695-850E-D1F94EB9BB32}" type="pres">
      <dgm:prSet presAssocID="{98D70EF1-FE52-4CA8-A4B8-C680EB5794EF}" presName="hierChild5" presStyleCnt="0"/>
      <dgm:spPr/>
    </dgm:pt>
    <dgm:pt modelId="{DE03E970-822A-4C3B-B415-8A5596E8A198}" type="pres">
      <dgm:prSet presAssocID="{02F743CC-0452-4D99-A883-0E691DF84945}" presName="hierChild5" presStyleCnt="0"/>
      <dgm:spPr/>
    </dgm:pt>
    <dgm:pt modelId="{16C13BFD-045F-47B5-B5CF-891FD15DDE3F}" type="pres">
      <dgm:prSet presAssocID="{250EB41F-F1DF-4B51-905D-033CA84FC668}" presName="Name37" presStyleLbl="parChTrans1D2" presStyleIdx="2" presStyleCnt="7"/>
      <dgm:spPr/>
    </dgm:pt>
    <dgm:pt modelId="{773BABA5-D595-485E-B734-1E04AEEC993A}" type="pres">
      <dgm:prSet presAssocID="{3EFD54C2-52B8-4E9B-9D71-6C44D2886FF2}" presName="hierRoot2" presStyleCnt="0">
        <dgm:presLayoutVars>
          <dgm:hierBranch val="init"/>
        </dgm:presLayoutVars>
      </dgm:prSet>
      <dgm:spPr/>
    </dgm:pt>
    <dgm:pt modelId="{6EC8EDCC-6235-4225-BBB7-314ED24697D2}" type="pres">
      <dgm:prSet presAssocID="{3EFD54C2-52B8-4E9B-9D71-6C44D2886FF2}" presName="rootComposite" presStyleCnt="0"/>
      <dgm:spPr/>
    </dgm:pt>
    <dgm:pt modelId="{EC0C8096-762B-46AB-9B08-966AF6EC1B2F}" type="pres">
      <dgm:prSet presAssocID="{3EFD54C2-52B8-4E9B-9D71-6C44D2886FF2}" presName="rootText" presStyleLbl="node2" presStyleIdx="2" presStyleCnt="6">
        <dgm:presLayoutVars>
          <dgm:chPref val="3"/>
        </dgm:presLayoutVars>
      </dgm:prSet>
      <dgm:spPr/>
    </dgm:pt>
    <dgm:pt modelId="{F9F883C5-707C-4F8A-8F32-D44AF7302A05}" type="pres">
      <dgm:prSet presAssocID="{3EFD54C2-52B8-4E9B-9D71-6C44D2886FF2}" presName="rootConnector" presStyleLbl="node2" presStyleIdx="2" presStyleCnt="6"/>
      <dgm:spPr/>
    </dgm:pt>
    <dgm:pt modelId="{53C01094-38BD-4A89-8EE9-CE27132CB99A}" type="pres">
      <dgm:prSet presAssocID="{3EFD54C2-52B8-4E9B-9D71-6C44D2886FF2}" presName="hierChild4" presStyleCnt="0"/>
      <dgm:spPr/>
    </dgm:pt>
    <dgm:pt modelId="{EE8DC933-648D-4AF3-BA49-AB8A657747C9}" type="pres">
      <dgm:prSet presAssocID="{9EEC67A2-A131-4ACB-A951-58682104DA46}" presName="Name37" presStyleLbl="parChTrans1D3" presStyleIdx="6" presStyleCnt="11"/>
      <dgm:spPr/>
    </dgm:pt>
    <dgm:pt modelId="{19E41CA3-3B76-4F10-B90D-24D6AD36BC64}" type="pres">
      <dgm:prSet presAssocID="{BAB8CC91-CAA0-4D59-A45B-CCCDD0DFB7C3}" presName="hierRoot2" presStyleCnt="0">
        <dgm:presLayoutVars>
          <dgm:hierBranch val="init"/>
        </dgm:presLayoutVars>
      </dgm:prSet>
      <dgm:spPr/>
    </dgm:pt>
    <dgm:pt modelId="{E8DC0F4B-57CD-4058-8823-0691408A9B0A}" type="pres">
      <dgm:prSet presAssocID="{BAB8CC91-CAA0-4D59-A45B-CCCDD0DFB7C3}" presName="rootComposite" presStyleCnt="0"/>
      <dgm:spPr/>
    </dgm:pt>
    <dgm:pt modelId="{EB42EB4F-25EB-4DB2-A289-3EBF172FD436}" type="pres">
      <dgm:prSet presAssocID="{BAB8CC91-CAA0-4D59-A45B-CCCDD0DFB7C3}" presName="rootText" presStyleLbl="node3" presStyleIdx="6" presStyleCnt="11">
        <dgm:presLayoutVars>
          <dgm:chPref val="3"/>
        </dgm:presLayoutVars>
      </dgm:prSet>
      <dgm:spPr/>
    </dgm:pt>
    <dgm:pt modelId="{1AD3CDBF-EB33-4082-A67B-9034586D87B1}" type="pres">
      <dgm:prSet presAssocID="{BAB8CC91-CAA0-4D59-A45B-CCCDD0DFB7C3}" presName="rootConnector" presStyleLbl="node3" presStyleIdx="6" presStyleCnt="11"/>
      <dgm:spPr/>
    </dgm:pt>
    <dgm:pt modelId="{E6FF6C30-2F65-482E-BE50-C90075C106D1}" type="pres">
      <dgm:prSet presAssocID="{BAB8CC91-CAA0-4D59-A45B-CCCDD0DFB7C3}" presName="hierChild4" presStyleCnt="0"/>
      <dgm:spPr/>
    </dgm:pt>
    <dgm:pt modelId="{7BE30279-AF0B-4376-8C83-AD67E04B1AA4}" type="pres">
      <dgm:prSet presAssocID="{2FA44269-0ADF-4761-85E4-F3AB20038E70}" presName="Name37" presStyleLbl="parChTrans1D4" presStyleIdx="3" presStyleCnt="8"/>
      <dgm:spPr/>
    </dgm:pt>
    <dgm:pt modelId="{CDFDA8BF-5D81-435C-91F2-E111843E59C4}" type="pres">
      <dgm:prSet presAssocID="{DAB387CE-DC70-4B27-90A5-9C90F18CC395}" presName="hierRoot2" presStyleCnt="0">
        <dgm:presLayoutVars>
          <dgm:hierBranch val="init"/>
        </dgm:presLayoutVars>
      </dgm:prSet>
      <dgm:spPr/>
    </dgm:pt>
    <dgm:pt modelId="{3137CA24-F03C-4EB6-A533-5C8BCCEA0FF9}" type="pres">
      <dgm:prSet presAssocID="{DAB387CE-DC70-4B27-90A5-9C90F18CC395}" presName="rootComposite" presStyleCnt="0"/>
      <dgm:spPr/>
    </dgm:pt>
    <dgm:pt modelId="{9B17B85B-C908-4B59-BD88-B7407A7815DF}" type="pres">
      <dgm:prSet presAssocID="{DAB387CE-DC70-4B27-90A5-9C90F18CC395}" presName="rootText" presStyleLbl="node4" presStyleIdx="3" presStyleCnt="8">
        <dgm:presLayoutVars>
          <dgm:chPref val="3"/>
        </dgm:presLayoutVars>
      </dgm:prSet>
      <dgm:spPr/>
    </dgm:pt>
    <dgm:pt modelId="{6AD1F161-F7E5-4BC6-881F-132027068A79}" type="pres">
      <dgm:prSet presAssocID="{DAB387CE-DC70-4B27-90A5-9C90F18CC395}" presName="rootConnector" presStyleLbl="node4" presStyleIdx="3" presStyleCnt="8"/>
      <dgm:spPr/>
    </dgm:pt>
    <dgm:pt modelId="{2F30B509-A247-44B8-849C-46D8F8D05F9F}" type="pres">
      <dgm:prSet presAssocID="{DAB387CE-DC70-4B27-90A5-9C90F18CC395}" presName="hierChild4" presStyleCnt="0"/>
      <dgm:spPr/>
    </dgm:pt>
    <dgm:pt modelId="{A426DE83-58BB-49C4-9B2F-5534FA82F82E}" type="pres">
      <dgm:prSet presAssocID="{DAB387CE-DC70-4B27-90A5-9C90F18CC395}" presName="hierChild5" presStyleCnt="0"/>
      <dgm:spPr/>
    </dgm:pt>
    <dgm:pt modelId="{B990FC1F-9512-4930-820C-3DA2848220C0}" type="pres">
      <dgm:prSet presAssocID="{BAB8CC91-CAA0-4D59-A45B-CCCDD0DFB7C3}" presName="hierChild5" presStyleCnt="0"/>
      <dgm:spPr/>
    </dgm:pt>
    <dgm:pt modelId="{26B410CA-9DE8-4C5A-892D-FF4E8B3D3808}" type="pres">
      <dgm:prSet presAssocID="{9358021C-7558-4755-8498-31E9BE8A7887}" presName="Name37" presStyleLbl="parChTrans1D3" presStyleIdx="7" presStyleCnt="11"/>
      <dgm:spPr/>
    </dgm:pt>
    <dgm:pt modelId="{889A3B5D-17CF-4107-8CA9-CD6EFE83DBFA}" type="pres">
      <dgm:prSet presAssocID="{3341D47C-63A4-43F4-8086-889AFBF97907}" presName="hierRoot2" presStyleCnt="0">
        <dgm:presLayoutVars>
          <dgm:hierBranch val="init"/>
        </dgm:presLayoutVars>
      </dgm:prSet>
      <dgm:spPr/>
    </dgm:pt>
    <dgm:pt modelId="{C4C6C961-91F5-431A-8697-7A635D2D5E44}" type="pres">
      <dgm:prSet presAssocID="{3341D47C-63A4-43F4-8086-889AFBF97907}" presName="rootComposite" presStyleCnt="0"/>
      <dgm:spPr/>
    </dgm:pt>
    <dgm:pt modelId="{ACD9BF76-3F26-4EF5-ADFC-355EDCDAA128}" type="pres">
      <dgm:prSet presAssocID="{3341D47C-63A4-43F4-8086-889AFBF97907}" presName="rootText" presStyleLbl="node3" presStyleIdx="7" presStyleCnt="11">
        <dgm:presLayoutVars>
          <dgm:chPref val="3"/>
        </dgm:presLayoutVars>
      </dgm:prSet>
      <dgm:spPr/>
    </dgm:pt>
    <dgm:pt modelId="{0ACA1A34-1831-4EDA-B013-DAFA5D1439F2}" type="pres">
      <dgm:prSet presAssocID="{3341D47C-63A4-43F4-8086-889AFBF97907}" presName="rootConnector" presStyleLbl="node3" presStyleIdx="7" presStyleCnt="11"/>
      <dgm:spPr/>
    </dgm:pt>
    <dgm:pt modelId="{4C4A649D-000C-46F4-8E79-89CB1EFA0912}" type="pres">
      <dgm:prSet presAssocID="{3341D47C-63A4-43F4-8086-889AFBF97907}" presName="hierChild4" presStyleCnt="0"/>
      <dgm:spPr/>
    </dgm:pt>
    <dgm:pt modelId="{1B07E20B-0762-49B7-BFF5-2227209EEFB0}" type="pres">
      <dgm:prSet presAssocID="{CBED35A4-698A-4704-8CCF-E730080757B8}" presName="Name37" presStyleLbl="parChTrans1D4" presStyleIdx="4" presStyleCnt="8"/>
      <dgm:spPr/>
    </dgm:pt>
    <dgm:pt modelId="{22C09FB0-038F-4CA4-A145-F56924C84756}" type="pres">
      <dgm:prSet presAssocID="{5DD9EA0B-FD4B-47EE-A5D8-00DB2032D056}" presName="hierRoot2" presStyleCnt="0">
        <dgm:presLayoutVars>
          <dgm:hierBranch val="init"/>
        </dgm:presLayoutVars>
      </dgm:prSet>
      <dgm:spPr/>
    </dgm:pt>
    <dgm:pt modelId="{57FD0AE6-A835-43D4-902A-8982D96D5B16}" type="pres">
      <dgm:prSet presAssocID="{5DD9EA0B-FD4B-47EE-A5D8-00DB2032D056}" presName="rootComposite" presStyleCnt="0"/>
      <dgm:spPr/>
    </dgm:pt>
    <dgm:pt modelId="{F6DDDFB0-9390-478F-B781-7D76F58C6079}" type="pres">
      <dgm:prSet presAssocID="{5DD9EA0B-FD4B-47EE-A5D8-00DB2032D056}" presName="rootText" presStyleLbl="node4" presStyleIdx="4" presStyleCnt="8">
        <dgm:presLayoutVars>
          <dgm:chPref val="3"/>
        </dgm:presLayoutVars>
      </dgm:prSet>
      <dgm:spPr/>
    </dgm:pt>
    <dgm:pt modelId="{E4633DB0-AD93-4B54-9D21-2E7A80576BAC}" type="pres">
      <dgm:prSet presAssocID="{5DD9EA0B-FD4B-47EE-A5D8-00DB2032D056}" presName="rootConnector" presStyleLbl="node4" presStyleIdx="4" presStyleCnt="8"/>
      <dgm:spPr/>
    </dgm:pt>
    <dgm:pt modelId="{68601E97-F0C5-439E-9C5C-C179DC7CC1A5}" type="pres">
      <dgm:prSet presAssocID="{5DD9EA0B-FD4B-47EE-A5D8-00DB2032D056}" presName="hierChild4" presStyleCnt="0"/>
      <dgm:spPr/>
    </dgm:pt>
    <dgm:pt modelId="{3D602CB6-F89B-4C0B-ACFA-5B8607E1C55C}" type="pres">
      <dgm:prSet presAssocID="{5DD9EA0B-FD4B-47EE-A5D8-00DB2032D056}" presName="hierChild5" presStyleCnt="0"/>
      <dgm:spPr/>
    </dgm:pt>
    <dgm:pt modelId="{76402971-1AAF-4B91-8589-FCE0BE151727}" type="pres">
      <dgm:prSet presAssocID="{3341D47C-63A4-43F4-8086-889AFBF97907}" presName="hierChild5" presStyleCnt="0"/>
      <dgm:spPr/>
    </dgm:pt>
    <dgm:pt modelId="{450AF737-9ACE-4651-8AF2-0FF4FA259940}" type="pres">
      <dgm:prSet presAssocID="{3EFD54C2-52B8-4E9B-9D71-6C44D2886FF2}" presName="hierChild5" presStyleCnt="0"/>
      <dgm:spPr/>
    </dgm:pt>
    <dgm:pt modelId="{FE9F99CE-15BC-4CFE-AFDF-BDF0B9398A03}" type="pres">
      <dgm:prSet presAssocID="{5239FF59-963D-4450-AC07-F138D377E8AD}" presName="Name37" presStyleLbl="parChTrans1D2" presStyleIdx="3" presStyleCnt="7"/>
      <dgm:spPr/>
    </dgm:pt>
    <dgm:pt modelId="{6166A6CF-E38E-4DF3-A513-B9B5F04C1C45}" type="pres">
      <dgm:prSet presAssocID="{E3B4B92B-A775-446C-BCA3-0FEB22975E80}" presName="hierRoot2" presStyleCnt="0">
        <dgm:presLayoutVars>
          <dgm:hierBranch val="init"/>
        </dgm:presLayoutVars>
      </dgm:prSet>
      <dgm:spPr/>
    </dgm:pt>
    <dgm:pt modelId="{C840405F-8D8D-4EBB-BCA0-B4136D0C43B5}" type="pres">
      <dgm:prSet presAssocID="{E3B4B92B-A775-446C-BCA3-0FEB22975E80}" presName="rootComposite" presStyleCnt="0"/>
      <dgm:spPr/>
    </dgm:pt>
    <dgm:pt modelId="{37FA2B19-4C85-4EA1-8E4E-9A293D973515}" type="pres">
      <dgm:prSet presAssocID="{E3B4B92B-A775-446C-BCA3-0FEB22975E80}" presName="rootText" presStyleLbl="node2" presStyleIdx="3" presStyleCnt="6">
        <dgm:presLayoutVars>
          <dgm:chPref val="3"/>
        </dgm:presLayoutVars>
      </dgm:prSet>
      <dgm:spPr/>
    </dgm:pt>
    <dgm:pt modelId="{F59513F4-8255-4D25-9AA9-8257FE1A3862}" type="pres">
      <dgm:prSet presAssocID="{E3B4B92B-A775-446C-BCA3-0FEB22975E80}" presName="rootConnector" presStyleLbl="node2" presStyleIdx="3" presStyleCnt="6"/>
      <dgm:spPr/>
    </dgm:pt>
    <dgm:pt modelId="{28AFB4BF-1B0A-438C-9CD1-DE56F19789DD}" type="pres">
      <dgm:prSet presAssocID="{E3B4B92B-A775-446C-BCA3-0FEB22975E80}" presName="hierChild4" presStyleCnt="0"/>
      <dgm:spPr/>
    </dgm:pt>
    <dgm:pt modelId="{C01C2AB1-F15A-460F-9C63-52470A47CE1D}" type="pres">
      <dgm:prSet presAssocID="{E3B4B92B-A775-446C-BCA3-0FEB22975E80}" presName="hierChild5" presStyleCnt="0"/>
      <dgm:spPr/>
    </dgm:pt>
    <dgm:pt modelId="{093373E0-605B-4315-8C6D-C441D4AAC12E}" type="pres">
      <dgm:prSet presAssocID="{8D064734-B0EE-4678-AEDA-FA3E8D417597}" presName="Name37" presStyleLbl="parChTrans1D2" presStyleIdx="4" presStyleCnt="7"/>
      <dgm:spPr/>
    </dgm:pt>
    <dgm:pt modelId="{98963B51-8219-4474-8913-DA41341C0F86}" type="pres">
      <dgm:prSet presAssocID="{BD418C6D-EF45-4836-AEDC-A9B3D7A7D805}" presName="hierRoot2" presStyleCnt="0">
        <dgm:presLayoutVars>
          <dgm:hierBranch val="init"/>
        </dgm:presLayoutVars>
      </dgm:prSet>
      <dgm:spPr/>
    </dgm:pt>
    <dgm:pt modelId="{2C76B008-79C3-4F20-9C96-3CD6902C7827}" type="pres">
      <dgm:prSet presAssocID="{BD418C6D-EF45-4836-AEDC-A9B3D7A7D805}" presName="rootComposite" presStyleCnt="0"/>
      <dgm:spPr/>
    </dgm:pt>
    <dgm:pt modelId="{61867E92-E8F2-4D12-9C18-0E9E2A9630DE}" type="pres">
      <dgm:prSet presAssocID="{BD418C6D-EF45-4836-AEDC-A9B3D7A7D805}" presName="rootText" presStyleLbl="node2" presStyleIdx="4" presStyleCnt="6">
        <dgm:presLayoutVars>
          <dgm:chPref val="3"/>
        </dgm:presLayoutVars>
      </dgm:prSet>
      <dgm:spPr/>
    </dgm:pt>
    <dgm:pt modelId="{077579C2-E581-40FF-9F36-29C006AAED2F}" type="pres">
      <dgm:prSet presAssocID="{BD418C6D-EF45-4836-AEDC-A9B3D7A7D805}" presName="rootConnector" presStyleLbl="node2" presStyleIdx="4" presStyleCnt="6"/>
      <dgm:spPr/>
    </dgm:pt>
    <dgm:pt modelId="{A6D58D63-E590-4CA8-B4BE-DF00223B779F}" type="pres">
      <dgm:prSet presAssocID="{BD418C6D-EF45-4836-AEDC-A9B3D7A7D805}" presName="hierChild4" presStyleCnt="0"/>
      <dgm:spPr/>
    </dgm:pt>
    <dgm:pt modelId="{2D037C26-4F2C-4CE3-BF71-B970201E8A00}" type="pres">
      <dgm:prSet presAssocID="{F4B7E5BD-A3B4-4023-AC4B-606F8848DF2C}" presName="Name37" presStyleLbl="parChTrans1D3" presStyleIdx="8" presStyleCnt="11"/>
      <dgm:spPr/>
    </dgm:pt>
    <dgm:pt modelId="{10506BA5-A3EC-4345-BCA6-C68FCA171BB8}" type="pres">
      <dgm:prSet presAssocID="{F1D7246E-1003-4C42-A15E-435868C8E550}" presName="hierRoot2" presStyleCnt="0">
        <dgm:presLayoutVars>
          <dgm:hierBranch val="init"/>
        </dgm:presLayoutVars>
      </dgm:prSet>
      <dgm:spPr/>
    </dgm:pt>
    <dgm:pt modelId="{4D940D52-28CE-45AB-80EA-2A7CAC641CB1}" type="pres">
      <dgm:prSet presAssocID="{F1D7246E-1003-4C42-A15E-435868C8E550}" presName="rootComposite" presStyleCnt="0"/>
      <dgm:spPr/>
    </dgm:pt>
    <dgm:pt modelId="{7D6DA3B7-65F5-403B-AF93-E02B41C9ECF8}" type="pres">
      <dgm:prSet presAssocID="{F1D7246E-1003-4C42-A15E-435868C8E550}" presName="rootText" presStyleLbl="node3" presStyleIdx="8" presStyleCnt="11">
        <dgm:presLayoutVars>
          <dgm:chPref val="3"/>
        </dgm:presLayoutVars>
      </dgm:prSet>
      <dgm:spPr/>
    </dgm:pt>
    <dgm:pt modelId="{4FFC52A9-3FED-4ECB-B908-A4AF9B014F8F}" type="pres">
      <dgm:prSet presAssocID="{F1D7246E-1003-4C42-A15E-435868C8E550}" presName="rootConnector" presStyleLbl="node3" presStyleIdx="8" presStyleCnt="11"/>
      <dgm:spPr/>
    </dgm:pt>
    <dgm:pt modelId="{E967729E-7F09-41DF-ABCC-7CA194E75C7C}" type="pres">
      <dgm:prSet presAssocID="{F1D7246E-1003-4C42-A15E-435868C8E550}" presName="hierChild4" presStyleCnt="0"/>
      <dgm:spPr/>
    </dgm:pt>
    <dgm:pt modelId="{B2E6F288-BF78-47D8-9A58-826A070B972D}" type="pres">
      <dgm:prSet presAssocID="{5D69D16D-3DE6-49FF-913D-0750BA850CEF}" presName="Name37" presStyleLbl="parChTrans1D4" presStyleIdx="5" presStyleCnt="8"/>
      <dgm:spPr/>
    </dgm:pt>
    <dgm:pt modelId="{06F210EA-539D-442E-BA45-15879FB5D19B}" type="pres">
      <dgm:prSet presAssocID="{57A0EFBB-D2B5-4626-820C-D440C9194FED}" presName="hierRoot2" presStyleCnt="0">
        <dgm:presLayoutVars>
          <dgm:hierBranch val="init"/>
        </dgm:presLayoutVars>
      </dgm:prSet>
      <dgm:spPr/>
    </dgm:pt>
    <dgm:pt modelId="{C612F91A-4BE2-4C3A-B48D-E78537CDF65C}" type="pres">
      <dgm:prSet presAssocID="{57A0EFBB-D2B5-4626-820C-D440C9194FED}" presName="rootComposite" presStyleCnt="0"/>
      <dgm:spPr/>
    </dgm:pt>
    <dgm:pt modelId="{3C6D6224-4FAC-4451-85E5-A7E2A098EFBB}" type="pres">
      <dgm:prSet presAssocID="{57A0EFBB-D2B5-4626-820C-D440C9194FED}" presName="rootText" presStyleLbl="node4" presStyleIdx="5" presStyleCnt="8" custLinFactNeighborX="892">
        <dgm:presLayoutVars>
          <dgm:chPref val="3"/>
        </dgm:presLayoutVars>
      </dgm:prSet>
      <dgm:spPr/>
    </dgm:pt>
    <dgm:pt modelId="{FDB6B63E-A8EC-4FC6-91A8-BBCA4DEF9EA9}" type="pres">
      <dgm:prSet presAssocID="{57A0EFBB-D2B5-4626-820C-D440C9194FED}" presName="rootConnector" presStyleLbl="node4" presStyleIdx="5" presStyleCnt="8"/>
      <dgm:spPr/>
    </dgm:pt>
    <dgm:pt modelId="{B7204F1E-FB41-4207-BB37-214518444C6E}" type="pres">
      <dgm:prSet presAssocID="{57A0EFBB-D2B5-4626-820C-D440C9194FED}" presName="hierChild4" presStyleCnt="0"/>
      <dgm:spPr/>
    </dgm:pt>
    <dgm:pt modelId="{B25A5384-2442-42E4-866D-737685C651CA}" type="pres">
      <dgm:prSet presAssocID="{57A0EFBB-D2B5-4626-820C-D440C9194FED}" presName="hierChild5" presStyleCnt="0"/>
      <dgm:spPr/>
    </dgm:pt>
    <dgm:pt modelId="{88F79563-0B18-4389-9E71-F4464440350F}" type="pres">
      <dgm:prSet presAssocID="{F1D7246E-1003-4C42-A15E-435868C8E550}" presName="hierChild5" presStyleCnt="0"/>
      <dgm:spPr/>
    </dgm:pt>
    <dgm:pt modelId="{28B540E0-8ACF-4E84-AAC3-B5A53648DE3B}" type="pres">
      <dgm:prSet presAssocID="{23F8337D-772B-43DB-B930-7AD758D99CAC}" presName="Name37" presStyleLbl="parChTrans1D3" presStyleIdx="9" presStyleCnt="11"/>
      <dgm:spPr/>
    </dgm:pt>
    <dgm:pt modelId="{CCE4F17D-7A08-42CF-8593-D7A14A3FD5EC}" type="pres">
      <dgm:prSet presAssocID="{B5547E8E-F444-4863-8E29-0AF05D1E9E17}" presName="hierRoot2" presStyleCnt="0">
        <dgm:presLayoutVars>
          <dgm:hierBranch val="init"/>
        </dgm:presLayoutVars>
      </dgm:prSet>
      <dgm:spPr/>
    </dgm:pt>
    <dgm:pt modelId="{801D1677-35AB-4251-B5A7-1BA28D86224D}" type="pres">
      <dgm:prSet presAssocID="{B5547E8E-F444-4863-8E29-0AF05D1E9E17}" presName="rootComposite" presStyleCnt="0"/>
      <dgm:spPr/>
    </dgm:pt>
    <dgm:pt modelId="{D5D727B1-0A8B-43CE-AEBD-5A2F19515012}" type="pres">
      <dgm:prSet presAssocID="{B5547E8E-F444-4863-8E29-0AF05D1E9E17}" presName="rootText" presStyleLbl="node3" presStyleIdx="9" presStyleCnt="11" custScaleX="120939" custScaleY="135988">
        <dgm:presLayoutVars>
          <dgm:chPref val="3"/>
        </dgm:presLayoutVars>
      </dgm:prSet>
      <dgm:spPr/>
    </dgm:pt>
    <dgm:pt modelId="{1714C209-CADA-4F9D-A74A-4EE36AEB8F89}" type="pres">
      <dgm:prSet presAssocID="{B5547E8E-F444-4863-8E29-0AF05D1E9E17}" presName="rootConnector" presStyleLbl="node3" presStyleIdx="9" presStyleCnt="11"/>
      <dgm:spPr/>
    </dgm:pt>
    <dgm:pt modelId="{F0CC18A2-7426-4A5A-A2D8-75D1AD8ABF4A}" type="pres">
      <dgm:prSet presAssocID="{B5547E8E-F444-4863-8E29-0AF05D1E9E17}" presName="hierChild4" presStyleCnt="0"/>
      <dgm:spPr/>
    </dgm:pt>
    <dgm:pt modelId="{0FDC9404-7BB5-4A89-9168-AEB8985F0AEC}" type="pres">
      <dgm:prSet presAssocID="{DA5261DC-9146-40EE-903D-F5BD608D818A}" presName="Name37" presStyleLbl="parChTrans1D4" presStyleIdx="6" presStyleCnt="8"/>
      <dgm:spPr/>
    </dgm:pt>
    <dgm:pt modelId="{4EFAC724-250B-4DE2-8E6A-EF41E5EC6446}" type="pres">
      <dgm:prSet presAssocID="{479BE731-186E-414E-836C-4D69285599AD}" presName="hierRoot2" presStyleCnt="0">
        <dgm:presLayoutVars>
          <dgm:hierBranch val="init"/>
        </dgm:presLayoutVars>
      </dgm:prSet>
      <dgm:spPr/>
    </dgm:pt>
    <dgm:pt modelId="{7C57F114-F515-4F06-86A5-9270704391E5}" type="pres">
      <dgm:prSet presAssocID="{479BE731-186E-414E-836C-4D69285599AD}" presName="rootComposite" presStyleCnt="0"/>
      <dgm:spPr/>
    </dgm:pt>
    <dgm:pt modelId="{858B93E0-C9BB-4504-9DAB-6EF7E7C5CA07}" type="pres">
      <dgm:prSet presAssocID="{479BE731-186E-414E-836C-4D69285599AD}" presName="rootText" presStyleLbl="node4" presStyleIdx="6" presStyleCnt="8">
        <dgm:presLayoutVars>
          <dgm:chPref val="3"/>
        </dgm:presLayoutVars>
      </dgm:prSet>
      <dgm:spPr/>
    </dgm:pt>
    <dgm:pt modelId="{7CD73C01-BF94-4A20-961B-FEE8C801EC07}" type="pres">
      <dgm:prSet presAssocID="{479BE731-186E-414E-836C-4D69285599AD}" presName="rootConnector" presStyleLbl="node4" presStyleIdx="6" presStyleCnt="8"/>
      <dgm:spPr/>
    </dgm:pt>
    <dgm:pt modelId="{46526A67-FA2A-46B6-98AF-B74076E4E9A1}" type="pres">
      <dgm:prSet presAssocID="{479BE731-186E-414E-836C-4D69285599AD}" presName="hierChild4" presStyleCnt="0"/>
      <dgm:spPr/>
    </dgm:pt>
    <dgm:pt modelId="{12589371-466D-4A7D-B2EE-3F2CCAE4723A}" type="pres">
      <dgm:prSet presAssocID="{479BE731-186E-414E-836C-4D69285599AD}" presName="hierChild5" presStyleCnt="0"/>
      <dgm:spPr/>
    </dgm:pt>
    <dgm:pt modelId="{2CB178A3-32DE-4E07-9CAE-A4A160F7AF10}" type="pres">
      <dgm:prSet presAssocID="{B5547E8E-F444-4863-8E29-0AF05D1E9E17}" presName="hierChild5" presStyleCnt="0"/>
      <dgm:spPr/>
    </dgm:pt>
    <dgm:pt modelId="{D82C073B-1D10-49C2-9843-EB1BF962A57C}" type="pres">
      <dgm:prSet presAssocID="{1AA42F1F-ABD4-4063-9926-983BEC1F445B}" presName="Name37" presStyleLbl="parChTrans1D3" presStyleIdx="10" presStyleCnt="11"/>
      <dgm:spPr/>
    </dgm:pt>
    <dgm:pt modelId="{FC7169AA-E8AB-4B04-8DC1-BCDBA3534665}" type="pres">
      <dgm:prSet presAssocID="{F8D7B3A5-3763-472C-A6F5-233475F059D4}" presName="hierRoot2" presStyleCnt="0">
        <dgm:presLayoutVars>
          <dgm:hierBranch val="init"/>
        </dgm:presLayoutVars>
      </dgm:prSet>
      <dgm:spPr/>
    </dgm:pt>
    <dgm:pt modelId="{F46B71AA-4194-4161-A5CF-AB47B31AD895}" type="pres">
      <dgm:prSet presAssocID="{F8D7B3A5-3763-472C-A6F5-233475F059D4}" presName="rootComposite" presStyleCnt="0"/>
      <dgm:spPr/>
    </dgm:pt>
    <dgm:pt modelId="{A6F97FC0-F446-4132-88D8-5393FB4DC051}" type="pres">
      <dgm:prSet presAssocID="{F8D7B3A5-3763-472C-A6F5-233475F059D4}" presName="rootText" presStyleLbl="node3" presStyleIdx="10" presStyleCnt="11" custScaleX="116000" custScaleY="131811">
        <dgm:presLayoutVars>
          <dgm:chPref val="3"/>
        </dgm:presLayoutVars>
      </dgm:prSet>
      <dgm:spPr/>
    </dgm:pt>
    <dgm:pt modelId="{597AB1ED-A9A6-4297-883A-4BD3949E203B}" type="pres">
      <dgm:prSet presAssocID="{F8D7B3A5-3763-472C-A6F5-233475F059D4}" presName="rootConnector" presStyleLbl="node3" presStyleIdx="10" presStyleCnt="11"/>
      <dgm:spPr/>
    </dgm:pt>
    <dgm:pt modelId="{41346273-136E-4BEF-9B16-EDB03119CA25}" type="pres">
      <dgm:prSet presAssocID="{F8D7B3A5-3763-472C-A6F5-233475F059D4}" presName="hierChild4" presStyleCnt="0"/>
      <dgm:spPr/>
    </dgm:pt>
    <dgm:pt modelId="{4F92FF0F-2A55-433B-A5D7-191CD67E3DA4}" type="pres">
      <dgm:prSet presAssocID="{1E15AA8F-D145-4902-83A8-CDF9CD9E83A3}" presName="Name37" presStyleLbl="parChTrans1D4" presStyleIdx="7" presStyleCnt="8"/>
      <dgm:spPr/>
    </dgm:pt>
    <dgm:pt modelId="{17F566A4-8F38-4A3E-AD7E-8344D5EE5560}" type="pres">
      <dgm:prSet presAssocID="{F8468C96-68A4-4841-8CA1-13388EEB9495}" presName="hierRoot2" presStyleCnt="0">
        <dgm:presLayoutVars>
          <dgm:hierBranch val="init"/>
        </dgm:presLayoutVars>
      </dgm:prSet>
      <dgm:spPr/>
    </dgm:pt>
    <dgm:pt modelId="{A9ECD759-D40E-45D4-ABB1-D2BCA99DEDA6}" type="pres">
      <dgm:prSet presAssocID="{F8468C96-68A4-4841-8CA1-13388EEB9495}" presName="rootComposite" presStyleCnt="0"/>
      <dgm:spPr/>
    </dgm:pt>
    <dgm:pt modelId="{C625A1EE-8DFD-40DD-B107-D665AD2BF564}" type="pres">
      <dgm:prSet presAssocID="{F8468C96-68A4-4841-8CA1-13388EEB9495}" presName="rootText" presStyleLbl="node4" presStyleIdx="7" presStyleCnt="8">
        <dgm:presLayoutVars>
          <dgm:chPref val="3"/>
        </dgm:presLayoutVars>
      </dgm:prSet>
      <dgm:spPr/>
    </dgm:pt>
    <dgm:pt modelId="{40F60B5D-41EC-46CC-BE44-2DE46057C665}" type="pres">
      <dgm:prSet presAssocID="{F8468C96-68A4-4841-8CA1-13388EEB9495}" presName="rootConnector" presStyleLbl="node4" presStyleIdx="7" presStyleCnt="8"/>
      <dgm:spPr/>
    </dgm:pt>
    <dgm:pt modelId="{BFA7BB07-C1B2-42E6-BE04-D32C9E472E36}" type="pres">
      <dgm:prSet presAssocID="{F8468C96-68A4-4841-8CA1-13388EEB9495}" presName="hierChild4" presStyleCnt="0"/>
      <dgm:spPr/>
    </dgm:pt>
    <dgm:pt modelId="{CDB96735-E30C-41E8-B7F9-BCA321D10055}" type="pres">
      <dgm:prSet presAssocID="{F8468C96-68A4-4841-8CA1-13388EEB9495}" presName="hierChild5" presStyleCnt="0"/>
      <dgm:spPr/>
    </dgm:pt>
    <dgm:pt modelId="{9C80C61C-6AFB-4BF6-BD21-C8A3BD42AF9D}" type="pres">
      <dgm:prSet presAssocID="{F8D7B3A5-3763-472C-A6F5-233475F059D4}" presName="hierChild5" presStyleCnt="0"/>
      <dgm:spPr/>
    </dgm:pt>
    <dgm:pt modelId="{6CDC7EE7-BCD4-4134-8AAB-C28C37103981}" type="pres">
      <dgm:prSet presAssocID="{BD418C6D-EF45-4836-AEDC-A9B3D7A7D805}" presName="hierChild5" presStyleCnt="0"/>
      <dgm:spPr/>
    </dgm:pt>
    <dgm:pt modelId="{D12F87A7-7AA9-4C4B-9CC8-894A4AEC82A7}" type="pres">
      <dgm:prSet presAssocID="{3542F88A-F81B-4384-A418-38C5DC1DD463}" presName="Name37" presStyleLbl="parChTrans1D2" presStyleIdx="5" presStyleCnt="7"/>
      <dgm:spPr/>
    </dgm:pt>
    <dgm:pt modelId="{D9224447-32D3-4E92-A12B-46D6EBB40F3C}" type="pres">
      <dgm:prSet presAssocID="{EEAC989B-7AE0-4775-A2C8-BFDA9D445E0C}" presName="hierRoot2" presStyleCnt="0">
        <dgm:presLayoutVars>
          <dgm:hierBranch val="init"/>
        </dgm:presLayoutVars>
      </dgm:prSet>
      <dgm:spPr/>
    </dgm:pt>
    <dgm:pt modelId="{C2B5D116-F4A1-4002-81BA-594E5BD890BC}" type="pres">
      <dgm:prSet presAssocID="{EEAC989B-7AE0-4775-A2C8-BFDA9D445E0C}" presName="rootComposite" presStyleCnt="0"/>
      <dgm:spPr/>
    </dgm:pt>
    <dgm:pt modelId="{91936BE8-8AC7-49BC-9354-2FF54B0FB317}" type="pres">
      <dgm:prSet presAssocID="{EEAC989B-7AE0-4775-A2C8-BFDA9D445E0C}" presName="rootText" presStyleLbl="node2" presStyleIdx="5" presStyleCnt="6">
        <dgm:presLayoutVars>
          <dgm:chPref val="3"/>
        </dgm:presLayoutVars>
      </dgm:prSet>
      <dgm:spPr/>
    </dgm:pt>
    <dgm:pt modelId="{1E29433F-BC02-4F4E-A2C7-DBEF04133696}" type="pres">
      <dgm:prSet presAssocID="{EEAC989B-7AE0-4775-A2C8-BFDA9D445E0C}" presName="rootConnector" presStyleLbl="node2" presStyleIdx="5" presStyleCnt="6"/>
      <dgm:spPr/>
    </dgm:pt>
    <dgm:pt modelId="{A93D33DA-5618-410C-9DCF-A2CDC169BC96}" type="pres">
      <dgm:prSet presAssocID="{EEAC989B-7AE0-4775-A2C8-BFDA9D445E0C}" presName="hierChild4" presStyleCnt="0"/>
      <dgm:spPr/>
    </dgm:pt>
    <dgm:pt modelId="{53532A66-885B-45FC-A36B-C86DA5F11C8F}" type="pres">
      <dgm:prSet presAssocID="{EEAC989B-7AE0-4775-A2C8-BFDA9D445E0C}" presName="hierChild5" presStyleCnt="0"/>
      <dgm:spPr/>
    </dgm:pt>
    <dgm:pt modelId="{BB946754-1FBC-49C3-B5F5-C2D92F125AA7}" type="pres">
      <dgm:prSet presAssocID="{DBEC5EC7-42ED-4C0C-9529-49377A018868}" presName="hierChild3" presStyleCnt="0"/>
      <dgm:spPr/>
    </dgm:pt>
    <dgm:pt modelId="{815C2AB6-853A-4F37-A0CD-B39D1A4FFEB2}" type="pres">
      <dgm:prSet presAssocID="{6D745090-9300-42F3-8419-ECB5263D3FE5}" presName="Name111" presStyleLbl="parChTrans1D2" presStyleIdx="6" presStyleCnt="7"/>
      <dgm:spPr/>
    </dgm:pt>
    <dgm:pt modelId="{0F16D451-616D-4E1C-AB14-1AD36C67EC67}" type="pres">
      <dgm:prSet presAssocID="{3DF9F52D-090B-47EA-AB71-91CF9C46887C}" presName="hierRoot3" presStyleCnt="0">
        <dgm:presLayoutVars>
          <dgm:hierBranch val="init"/>
        </dgm:presLayoutVars>
      </dgm:prSet>
      <dgm:spPr/>
    </dgm:pt>
    <dgm:pt modelId="{DAF0CF64-8FA6-47CC-9723-16CA0703E8B9}" type="pres">
      <dgm:prSet presAssocID="{3DF9F52D-090B-47EA-AB71-91CF9C46887C}" presName="rootComposite3" presStyleCnt="0"/>
      <dgm:spPr/>
    </dgm:pt>
    <dgm:pt modelId="{48B4E166-97B0-4489-B517-F46B52097BB6}" type="pres">
      <dgm:prSet presAssocID="{3DF9F52D-090B-47EA-AB71-91CF9C46887C}" presName="rootText3" presStyleLbl="asst1" presStyleIdx="0" presStyleCnt="1" custLinFactNeighborX="-6671" custLinFactNeighborY="-35037">
        <dgm:presLayoutVars>
          <dgm:chPref val="3"/>
        </dgm:presLayoutVars>
      </dgm:prSet>
      <dgm:spPr/>
    </dgm:pt>
    <dgm:pt modelId="{83BD2544-90A5-4397-9E43-2FA416E670A5}" type="pres">
      <dgm:prSet presAssocID="{3DF9F52D-090B-47EA-AB71-91CF9C46887C}" presName="rootConnector3" presStyleLbl="asst1" presStyleIdx="0" presStyleCnt="1"/>
      <dgm:spPr/>
    </dgm:pt>
    <dgm:pt modelId="{FC148BF1-F9F9-40CA-BBA5-9C681B60C0A6}" type="pres">
      <dgm:prSet presAssocID="{3DF9F52D-090B-47EA-AB71-91CF9C46887C}" presName="hierChild6" presStyleCnt="0"/>
      <dgm:spPr/>
    </dgm:pt>
    <dgm:pt modelId="{13EFDB60-3706-497F-A01D-2B39F22C672C}" type="pres">
      <dgm:prSet presAssocID="{3DF9F52D-090B-47EA-AB71-91CF9C46887C}" presName="hierChild7" presStyleCnt="0"/>
      <dgm:spPr/>
    </dgm:pt>
  </dgm:ptLst>
  <dgm:cxnLst>
    <dgm:cxn modelId="{6C037601-A3C0-4E60-9418-8A6478A1D75E}" srcId="{3EFD54C2-52B8-4E9B-9D71-6C44D2886FF2}" destId="{3341D47C-63A4-43F4-8086-889AFBF97907}" srcOrd="1" destOrd="0" parTransId="{9358021C-7558-4755-8498-31E9BE8A7887}" sibTransId="{9DAC6847-6534-4140-A195-C813ECE1A5F3}"/>
    <dgm:cxn modelId="{36B82702-7460-425D-8043-798EE4A27843}" type="presOf" srcId="{98D70EF1-FE52-4CA8-A4B8-C680EB5794EF}" destId="{A055EAF6-1DC1-4AC5-B5F4-1ABEB00B1A72}" srcOrd="0" destOrd="0" presId="urn:microsoft.com/office/officeart/2005/8/layout/orgChart1"/>
    <dgm:cxn modelId="{53E8FB02-F016-475E-A00A-BA08A68475BF}" type="presOf" srcId="{72E73970-A1AA-41F0-BF3E-FBAE8AA2ABD1}" destId="{481792BF-CA23-4FC4-B503-3FFF3D9AF204}" srcOrd="1" destOrd="0" presId="urn:microsoft.com/office/officeart/2005/8/layout/orgChart1"/>
    <dgm:cxn modelId="{8EA78804-B506-452A-A9B4-6D10ACEB0C6D}" srcId="{DBEC5EC7-42ED-4C0C-9529-49377A018868}" destId="{3EFD54C2-52B8-4E9B-9D71-6C44D2886FF2}" srcOrd="3" destOrd="0" parTransId="{250EB41F-F1DF-4B51-905D-033CA84FC668}" sibTransId="{EE4AB744-3032-474A-9459-E950DAB7B0E6}"/>
    <dgm:cxn modelId="{91171506-0DE2-4519-882B-BA5AFFB2BD09}" type="presOf" srcId="{DAB387CE-DC70-4B27-90A5-9C90F18CC395}" destId="{9B17B85B-C908-4B59-BD88-B7407A7815DF}" srcOrd="0" destOrd="0" presId="urn:microsoft.com/office/officeart/2005/8/layout/orgChart1"/>
    <dgm:cxn modelId="{C8BD1706-6EBC-46F0-83E9-A45CCAC532B5}" srcId="{BD418C6D-EF45-4836-AEDC-A9B3D7A7D805}" destId="{F8D7B3A5-3763-472C-A6F5-233475F059D4}" srcOrd="2" destOrd="0" parTransId="{1AA42F1F-ABD4-4063-9926-983BEC1F445B}" sibTransId="{909AF91D-786F-46A5-A40A-38CA34D3D422}"/>
    <dgm:cxn modelId="{33DA9707-2047-42F7-AE1C-4A5262280EA3}" srcId="{DBEC5EC7-42ED-4C0C-9529-49377A018868}" destId="{EEAC989B-7AE0-4775-A2C8-BFDA9D445E0C}" srcOrd="6" destOrd="0" parTransId="{3542F88A-F81B-4384-A418-38C5DC1DD463}" sibTransId="{12D60087-D3A6-4B05-9602-4C185A47BE05}"/>
    <dgm:cxn modelId="{B84C190B-A115-4B17-A5C3-6DFFFA89EA17}" srcId="{72E73970-A1AA-41F0-BF3E-FBAE8AA2ABD1}" destId="{8C31D71E-DC15-4B60-A584-14D527124F05}" srcOrd="0" destOrd="0" parTransId="{D56B0281-007C-4651-B402-1074A8070BD7}" sibTransId="{16730176-E381-421E-97FC-4FF0D6ED2E7A}"/>
    <dgm:cxn modelId="{DDCB020C-F22F-4B8C-9F44-4A9328EFFA68}" type="presOf" srcId="{DA5261DC-9146-40EE-903D-F5BD608D818A}" destId="{0FDC9404-7BB5-4A89-9168-AEB8985F0AEC}" srcOrd="0" destOrd="0" presId="urn:microsoft.com/office/officeart/2005/8/layout/orgChart1"/>
    <dgm:cxn modelId="{98301D10-98B5-48F9-B2CB-46974D0063C4}" srcId="{3E1DD7F1-C654-4316-A393-74E834C9EB1A}" destId="{1E2AF7A0-8844-4ADF-ADCC-57727C9D21F6}" srcOrd="2" destOrd="0" parTransId="{9516FD18-66CB-415A-8DD5-995358BEE230}" sibTransId="{0A9E976F-4127-4C08-839D-0FAABBDF1631}"/>
    <dgm:cxn modelId="{4B4DFC19-822E-4566-BBFA-9D563D1183F4}" srcId="{22B2656C-7DA6-4AD8-8973-8F43611AF056}" destId="{206C0DC6-60EF-49D0-AB61-5620D1BBE145}" srcOrd="0" destOrd="0" parTransId="{7074BA1E-DFEF-4733-812B-EAA7E950537D}" sibTransId="{7A0823D6-3F9A-4D7D-97BE-A639020C3771}"/>
    <dgm:cxn modelId="{CF37B31C-8417-4E97-A1A7-8B479C7246A1}" srcId="{DBEC5EC7-42ED-4C0C-9529-49377A018868}" destId="{BD418C6D-EF45-4836-AEDC-A9B3D7A7D805}" srcOrd="5" destOrd="0" parTransId="{8D064734-B0EE-4678-AEDA-FA3E8D417597}" sibTransId="{3E59F582-CAB5-4BA1-BC75-2BD42861CB55}"/>
    <dgm:cxn modelId="{479DB21F-1381-4893-941E-1AE6C3204A36}" type="presOf" srcId="{5DD9EA0B-FD4B-47EE-A5D8-00DB2032D056}" destId="{F6DDDFB0-9390-478F-B781-7D76F58C6079}" srcOrd="0" destOrd="0" presId="urn:microsoft.com/office/officeart/2005/8/layout/orgChart1"/>
    <dgm:cxn modelId="{2F934C21-60B5-4F9A-B408-F3EE1056C4EE}" type="presOf" srcId="{98D70EF1-FE52-4CA8-A4B8-C680EB5794EF}" destId="{CB98B130-429B-4C7B-9803-28F2C8D83A03}" srcOrd="1" destOrd="0" presId="urn:microsoft.com/office/officeart/2005/8/layout/orgChart1"/>
    <dgm:cxn modelId="{FF997C23-E826-4B0B-8E43-FE1C676C6050}" type="presOf" srcId="{02F743CC-0452-4D99-A883-0E691DF84945}" destId="{1F45E52C-0140-406C-984D-0E7631F7D6A5}" srcOrd="0" destOrd="0" presId="urn:microsoft.com/office/officeart/2005/8/layout/orgChart1"/>
    <dgm:cxn modelId="{D919DF26-F0AD-4299-BF5E-A385C9E19ABC}" srcId="{1E2AF7A0-8844-4ADF-ADCC-57727C9D21F6}" destId="{0380B4E8-0CE9-45B6-94A5-EA71938643E7}" srcOrd="0" destOrd="0" parTransId="{F216B8E2-DDAE-4C3C-B78A-DB6958232D84}" sibTransId="{A568AA34-A736-4933-9B6A-F007D2EDFDF8}"/>
    <dgm:cxn modelId="{13517627-963C-48C0-9C5A-246DC370EAE5}" type="presOf" srcId="{B5547E8E-F444-4863-8E29-0AF05D1E9E17}" destId="{D5D727B1-0A8B-43CE-AEBD-5A2F19515012}" srcOrd="0" destOrd="0" presId="urn:microsoft.com/office/officeart/2005/8/layout/orgChart1"/>
    <dgm:cxn modelId="{66F56528-E131-4FF9-A063-9DE9295A6EAB}" type="presOf" srcId="{0380B4E8-0CE9-45B6-94A5-EA71938643E7}" destId="{C8BBC977-2B70-44E9-BFE7-24CABEF73DE9}" srcOrd="0" destOrd="0" presId="urn:microsoft.com/office/officeart/2005/8/layout/orgChart1"/>
    <dgm:cxn modelId="{E2D46429-216D-4D5C-BAE1-18B46415C006}" type="presOf" srcId="{8C31D71E-DC15-4B60-A584-14D527124F05}" destId="{C05B71DE-DB1C-44FE-A30B-8CC68F867A57}" srcOrd="1" destOrd="0" presId="urn:microsoft.com/office/officeart/2005/8/layout/orgChart1"/>
    <dgm:cxn modelId="{6BA0B729-FE76-46A9-BB03-D250B1A8CB8F}" srcId="{3EFD54C2-52B8-4E9B-9D71-6C44D2886FF2}" destId="{BAB8CC91-CAA0-4D59-A45B-CCCDD0DFB7C3}" srcOrd="0" destOrd="0" parTransId="{9EEC67A2-A131-4ACB-A951-58682104DA46}" sibTransId="{ED9964B3-F534-4773-914A-5625B454A09B}"/>
    <dgm:cxn modelId="{2AA9F92C-240D-4A19-903A-9CFB2BF3BEEE}" type="presOf" srcId="{3DF9F52D-090B-47EA-AB71-91CF9C46887C}" destId="{83BD2544-90A5-4397-9E43-2FA416E670A5}" srcOrd="1" destOrd="0" presId="urn:microsoft.com/office/officeart/2005/8/layout/orgChart1"/>
    <dgm:cxn modelId="{56292E2D-6C53-45BE-849A-FD930D3F9DFD}" type="presOf" srcId="{F8468C96-68A4-4841-8CA1-13388EEB9495}" destId="{40F60B5D-41EC-46CC-BE44-2DE46057C665}" srcOrd="1" destOrd="0" presId="urn:microsoft.com/office/officeart/2005/8/layout/orgChart1"/>
    <dgm:cxn modelId="{1158CC2E-03D0-418F-92D0-D901B883A66D}" type="presOf" srcId="{F8D7B3A5-3763-472C-A6F5-233475F059D4}" destId="{A6F97FC0-F446-4132-88D8-5393FB4DC051}" srcOrd="0" destOrd="0" presId="urn:microsoft.com/office/officeart/2005/8/layout/orgChart1"/>
    <dgm:cxn modelId="{68E80C2F-C126-4E6F-AE55-D47B7C1701E0}" type="presOf" srcId="{250EB41F-F1DF-4B51-905D-033CA84FC668}" destId="{16C13BFD-045F-47B5-B5CF-891FD15DDE3F}" srcOrd="0" destOrd="0" presId="urn:microsoft.com/office/officeart/2005/8/layout/orgChart1"/>
    <dgm:cxn modelId="{AF92CE31-15A1-4BAD-80E3-8549FE64E913}" type="presOf" srcId="{9358021C-7558-4755-8498-31E9BE8A7887}" destId="{26B410CA-9DE8-4C5A-892D-FF4E8B3D3808}" srcOrd="0" destOrd="0" presId="urn:microsoft.com/office/officeart/2005/8/layout/orgChart1"/>
    <dgm:cxn modelId="{9999E137-8299-4775-808E-D246125B204C}" type="presOf" srcId="{CBED35A4-698A-4704-8CCF-E730080757B8}" destId="{1B07E20B-0762-49B7-BFF5-2227209EEFB0}" srcOrd="0" destOrd="0" presId="urn:microsoft.com/office/officeart/2005/8/layout/orgChart1"/>
    <dgm:cxn modelId="{7B750139-E975-46B1-83E5-BBC012A8294F}" type="presOf" srcId="{5239FF59-963D-4450-AC07-F138D377E8AD}" destId="{FE9F99CE-15BC-4CFE-AFDF-BDF0B9398A03}" srcOrd="0" destOrd="0" presId="urn:microsoft.com/office/officeart/2005/8/layout/orgChart1"/>
    <dgm:cxn modelId="{FA695339-50B9-49F8-BB74-B632265E5381}" type="presOf" srcId="{3EFD54C2-52B8-4E9B-9D71-6C44D2886FF2}" destId="{EC0C8096-762B-46AB-9B08-966AF6EC1B2F}" srcOrd="0" destOrd="0" presId="urn:microsoft.com/office/officeart/2005/8/layout/orgChart1"/>
    <dgm:cxn modelId="{5E0DC639-56E3-4138-8748-68E411A133B2}" type="presOf" srcId="{22B2656C-7DA6-4AD8-8973-8F43611AF056}" destId="{9318AD48-C857-442C-A98D-46457B476A31}" srcOrd="0" destOrd="0" presId="urn:microsoft.com/office/officeart/2005/8/layout/orgChart1"/>
    <dgm:cxn modelId="{67653C3E-EE94-405F-A153-609AF183397E}" type="presOf" srcId="{206C0DC6-60EF-49D0-AB61-5620D1BBE145}" destId="{28A2D974-9872-452F-91BA-AAAD376AB498}" srcOrd="0" destOrd="0" presId="urn:microsoft.com/office/officeart/2005/8/layout/orgChart1"/>
    <dgm:cxn modelId="{5990F140-177A-4E34-BCA5-31F4D77F9F0F}" type="presOf" srcId="{2CC84D59-0E21-416C-B566-8E4EB45CDE7B}" destId="{A238D823-7E4A-421B-AE0A-F5424C7FFC39}" srcOrd="0" destOrd="0" presId="urn:microsoft.com/office/officeart/2005/8/layout/orgChart1"/>
    <dgm:cxn modelId="{856B415E-E1CB-45C7-A9FF-24FC2F804AD2}" type="presOf" srcId="{DBEC5EC7-42ED-4C0C-9529-49377A018868}" destId="{A41DF725-580C-4CC9-90E6-AA1AB643BAAE}" srcOrd="1" destOrd="0" presId="urn:microsoft.com/office/officeart/2005/8/layout/orgChart1"/>
    <dgm:cxn modelId="{EDC8FD5F-D84A-4A44-A693-316C5198EAEE}" type="presOf" srcId="{3341D47C-63A4-43F4-8086-889AFBF97907}" destId="{ACD9BF76-3F26-4EF5-ADFC-355EDCDAA128}" srcOrd="0" destOrd="0" presId="urn:microsoft.com/office/officeart/2005/8/layout/orgChart1"/>
    <dgm:cxn modelId="{BDFBDD65-D785-4A75-9148-37ED956B21F9}" srcId="{DBEC5EC7-42ED-4C0C-9529-49377A018868}" destId="{3DF9F52D-090B-47EA-AB71-91CF9C46887C}" srcOrd="0" destOrd="0" parTransId="{6D745090-9300-42F3-8419-ECB5263D3FE5}" sibTransId="{13E7E4BE-39AA-4642-AAEF-187CA9B8FA09}"/>
    <dgm:cxn modelId="{A27A7566-75E5-4ED5-ADDE-ADCC8DE36C85}" srcId="{BD418C6D-EF45-4836-AEDC-A9B3D7A7D805}" destId="{B5547E8E-F444-4863-8E29-0AF05D1E9E17}" srcOrd="1" destOrd="0" parTransId="{23F8337D-772B-43DB-B930-7AD758D99CAC}" sibTransId="{45EA49C1-A0D2-4FEB-A972-875841DE4834}"/>
    <dgm:cxn modelId="{9C1F6B67-97C0-45EB-9C30-D64AB644668F}" type="presOf" srcId="{3E1DD7F1-C654-4316-A393-74E834C9EB1A}" destId="{DB957F9F-72B0-4F7D-B792-24D2768D5AE6}" srcOrd="0" destOrd="0" presId="urn:microsoft.com/office/officeart/2005/8/layout/orgChart1"/>
    <dgm:cxn modelId="{9E7DCE67-3244-4DA4-9E02-5253D152E914}" type="presOf" srcId="{C8B5E7B5-A5F4-449A-9E37-07A831D874EE}" destId="{ED8F6956-ED74-47A5-B6E2-7FEF40990842}" srcOrd="0" destOrd="0" presId="urn:microsoft.com/office/officeart/2005/8/layout/orgChart1"/>
    <dgm:cxn modelId="{40628848-B99F-47FE-9052-60A6CB1B7B64}" type="presOf" srcId="{3DF9F52D-090B-47EA-AB71-91CF9C46887C}" destId="{48B4E166-97B0-4489-B517-F46B52097BB6}" srcOrd="0" destOrd="0" presId="urn:microsoft.com/office/officeart/2005/8/layout/orgChart1"/>
    <dgm:cxn modelId="{F44D8A48-FC31-4A1D-800B-D218F100E82D}" type="presOf" srcId="{1E2AF7A0-8844-4ADF-ADCC-57727C9D21F6}" destId="{8077F461-E77E-40EB-BF2D-E691FE2AF6DD}" srcOrd="0" destOrd="0" presId="urn:microsoft.com/office/officeart/2005/8/layout/orgChart1"/>
    <dgm:cxn modelId="{A56AD848-A610-4E39-87EC-597B2D49BF2C}" type="presOf" srcId="{02F743CC-0452-4D99-A883-0E691DF84945}" destId="{C4D69EEF-E490-4B93-A6D1-59D693FED652}" srcOrd="1" destOrd="0" presId="urn:microsoft.com/office/officeart/2005/8/layout/orgChart1"/>
    <dgm:cxn modelId="{E2D20649-85A1-4349-906B-32992C5B89A8}" type="presOf" srcId="{BAB8CC91-CAA0-4D59-A45B-CCCDD0DFB7C3}" destId="{1AD3CDBF-EB33-4082-A67B-9034586D87B1}" srcOrd="1" destOrd="0" presId="urn:microsoft.com/office/officeart/2005/8/layout/orgChart1"/>
    <dgm:cxn modelId="{26F68C6A-447F-4ED9-9F33-8E9B758323ED}" type="presOf" srcId="{980BF4DD-E023-4939-9596-BF32A5DE5907}" destId="{9D5515C9-0A94-43C1-BC86-1CDFCFB392CC}" srcOrd="0" destOrd="0" presId="urn:microsoft.com/office/officeart/2005/8/layout/orgChart1"/>
    <dgm:cxn modelId="{72601E6B-7A4C-4518-9177-05A78F5DED0A}" type="presOf" srcId="{1E15AA8F-D145-4902-83A8-CDF9CD9E83A3}" destId="{4F92FF0F-2A55-433B-A5D7-191CD67E3DA4}" srcOrd="0" destOrd="0" presId="urn:microsoft.com/office/officeart/2005/8/layout/orgChart1"/>
    <dgm:cxn modelId="{EEA8DC6B-70A3-4F4B-9C99-15D10FC11A63}" srcId="{B5547E8E-F444-4863-8E29-0AF05D1E9E17}" destId="{479BE731-186E-414E-836C-4D69285599AD}" srcOrd="0" destOrd="0" parTransId="{DA5261DC-9146-40EE-903D-F5BD608D818A}" sibTransId="{1CDDB46F-55B7-4E23-BA5E-D93A81FE5239}"/>
    <dgm:cxn modelId="{53787F6E-7A18-4809-9C4F-EFAEC5D2B0A1}" type="presOf" srcId="{F216B8E2-DDAE-4C3C-B78A-DB6958232D84}" destId="{AF9E2ED3-0744-4348-A092-BFC1E7B14785}" srcOrd="0" destOrd="0" presId="urn:microsoft.com/office/officeart/2005/8/layout/orgChart1"/>
    <dgm:cxn modelId="{79450B51-9246-443E-BAEE-2B99C3EBED94}" type="presOf" srcId="{3341D47C-63A4-43F4-8086-889AFBF97907}" destId="{0ACA1A34-1831-4EDA-B013-DAFA5D1439F2}" srcOrd="1" destOrd="0" presId="urn:microsoft.com/office/officeart/2005/8/layout/orgChart1"/>
    <dgm:cxn modelId="{5A6D8E71-830B-4D68-88C7-423CF8D0049F}" srcId="{02F743CC-0452-4D99-A883-0E691DF84945}" destId="{C8B5E7B5-A5F4-449A-9E37-07A831D874EE}" srcOrd="0" destOrd="0" parTransId="{980BF4DD-E023-4939-9596-BF32A5DE5907}" sibTransId="{31DCE531-1B8C-4800-AF4C-DB2A625098F4}"/>
    <dgm:cxn modelId="{A2809351-77FA-42CA-9975-945E22BBC628}" type="presOf" srcId="{479BE731-186E-414E-836C-4D69285599AD}" destId="{7CD73C01-BF94-4A20-961B-FEE8C801EC07}" srcOrd="1" destOrd="0" presId="urn:microsoft.com/office/officeart/2005/8/layout/orgChart1"/>
    <dgm:cxn modelId="{65949971-2B14-42DB-AE17-E9475C4675F0}" type="presOf" srcId="{1E2AF7A0-8844-4ADF-ADCC-57727C9D21F6}" destId="{2E00FCD0-95FD-413B-BF1D-E872CA26BE4A}" srcOrd="1" destOrd="0" presId="urn:microsoft.com/office/officeart/2005/8/layout/orgChart1"/>
    <dgm:cxn modelId="{3A1D1F72-425B-4E69-BAF2-24D03BD7A16D}" srcId="{BD418C6D-EF45-4836-AEDC-A9B3D7A7D805}" destId="{F1D7246E-1003-4C42-A15E-435868C8E550}" srcOrd="0" destOrd="0" parTransId="{F4B7E5BD-A3B4-4023-AC4B-606F8848DF2C}" sibTransId="{C9DBB66E-2597-4A5B-9AD4-A53A96DB9D60}"/>
    <dgm:cxn modelId="{D7438552-74B0-40B4-828A-AACFF04405D7}" type="presOf" srcId="{3542F88A-F81B-4384-A418-38C5DC1DD463}" destId="{D12F87A7-7AA9-4C4B-9CC8-894A4AEC82A7}" srcOrd="0" destOrd="0" presId="urn:microsoft.com/office/officeart/2005/8/layout/orgChart1"/>
    <dgm:cxn modelId="{791DA274-35C8-4387-9CEC-F9234773FF77}" srcId="{DBEC5EC7-42ED-4C0C-9529-49377A018868}" destId="{3E1DD7F1-C654-4316-A393-74E834C9EB1A}" srcOrd="1" destOrd="0" parTransId="{3569459C-694B-4E65-918C-963DD528D425}" sibTransId="{A455AB04-4628-46C2-A66B-6B975322C347}"/>
    <dgm:cxn modelId="{9E831B55-F855-4ACB-93E6-F8F51A761253}" type="presOf" srcId="{1AA42F1F-ABD4-4063-9926-983BEC1F445B}" destId="{D82C073B-1D10-49C2-9843-EB1BF962A57C}" srcOrd="0" destOrd="0" presId="urn:microsoft.com/office/officeart/2005/8/layout/orgChart1"/>
    <dgm:cxn modelId="{E3C88B75-0CAA-4EA9-A765-FBF2043C1D6D}" type="presOf" srcId="{C8B5E7B5-A5F4-449A-9E37-07A831D874EE}" destId="{23816441-22C9-462A-8002-B0BEC4A1939E}" srcOrd="1" destOrd="0" presId="urn:microsoft.com/office/officeart/2005/8/layout/orgChart1"/>
    <dgm:cxn modelId="{7A167576-CBA8-4162-9D7C-DA7518627F67}" type="presOf" srcId="{F68EC184-5183-4226-8629-B0F0E797AECC}" destId="{F2DBDA25-0885-4274-B725-A570848940E4}" srcOrd="0" destOrd="0" presId="urn:microsoft.com/office/officeart/2005/8/layout/orgChart1"/>
    <dgm:cxn modelId="{E05D7477-B250-41F4-B221-9D1F32845727}" type="presOf" srcId="{5DD9EA0B-FD4B-47EE-A5D8-00DB2032D056}" destId="{E4633DB0-AD93-4B54-9D21-2E7A80576BAC}" srcOrd="1" destOrd="0" presId="urn:microsoft.com/office/officeart/2005/8/layout/orgChart1"/>
    <dgm:cxn modelId="{F8748377-A1B5-4FA6-8EA8-FF8AA4F18FCF}" type="presOf" srcId="{BD418C6D-EF45-4836-AEDC-A9B3D7A7D805}" destId="{61867E92-E8F2-4D12-9C18-0E9E2A9630DE}" srcOrd="0" destOrd="0" presId="urn:microsoft.com/office/officeart/2005/8/layout/orgChart1"/>
    <dgm:cxn modelId="{0701F677-1D12-4C13-892D-D902DD1BC578}" type="presOf" srcId="{57A0EFBB-D2B5-4626-820C-D440C9194FED}" destId="{3C6D6224-4FAC-4451-85E5-A7E2A098EFBB}" srcOrd="0" destOrd="0" presId="urn:microsoft.com/office/officeart/2005/8/layout/orgChart1"/>
    <dgm:cxn modelId="{8FE7427A-D1AA-4264-A3C7-3ED1347F0D5E}" type="presOf" srcId="{EEAC989B-7AE0-4775-A2C8-BFDA9D445E0C}" destId="{1E29433F-BC02-4F4E-A2C7-DBEF04133696}" srcOrd="1" destOrd="0" presId="urn:microsoft.com/office/officeart/2005/8/layout/orgChart1"/>
    <dgm:cxn modelId="{DE383B7E-6161-4D50-90C6-F603E772DE56}" type="presOf" srcId="{8D064734-B0EE-4678-AEDA-FA3E8D417597}" destId="{093373E0-605B-4315-8C6D-C441D4AAC12E}" srcOrd="0" destOrd="0" presId="urn:microsoft.com/office/officeart/2005/8/layout/orgChart1"/>
    <dgm:cxn modelId="{B46D4383-737C-479C-94E6-E2F7C81937B7}" srcId="{BAB8CC91-CAA0-4D59-A45B-CCCDD0DFB7C3}" destId="{DAB387CE-DC70-4B27-90A5-9C90F18CC395}" srcOrd="0" destOrd="0" parTransId="{2FA44269-0ADF-4761-85E4-F3AB20038E70}" sibTransId="{2CB3E76E-6F0E-49A0-B145-E6B2E6CEB1C7}"/>
    <dgm:cxn modelId="{6226C683-7E22-4A3C-9386-6A5A725BF7D7}" type="presOf" srcId="{EEAC989B-7AE0-4775-A2C8-BFDA9D445E0C}" destId="{91936BE8-8AC7-49BC-9354-2FF54B0FB317}" srcOrd="0" destOrd="0" presId="urn:microsoft.com/office/officeart/2005/8/layout/orgChart1"/>
    <dgm:cxn modelId="{5ACD4188-95AB-4805-B208-E4A275B6CA68}" type="presOf" srcId="{DBEC5EC7-42ED-4C0C-9529-49377A018868}" destId="{0624A0DB-2A56-42B6-8AD8-DCCE55415E57}" srcOrd="0" destOrd="0" presId="urn:microsoft.com/office/officeart/2005/8/layout/orgChart1"/>
    <dgm:cxn modelId="{7956E78D-554E-4F65-B35F-F3C761F2D183}" type="presOf" srcId="{F1D7246E-1003-4C42-A15E-435868C8E550}" destId="{4FFC52A9-3FED-4ECB-B908-A4AF9B014F8F}" srcOrd="1" destOrd="0" presId="urn:microsoft.com/office/officeart/2005/8/layout/orgChart1"/>
    <dgm:cxn modelId="{E85A1D8E-699B-4876-B120-9A05B12AC2F9}" type="presOf" srcId="{3569459C-694B-4E65-918C-963DD528D425}" destId="{14BBD1A2-0817-4CE7-9C53-40F9089D22E0}" srcOrd="0" destOrd="0" presId="urn:microsoft.com/office/officeart/2005/8/layout/orgChart1"/>
    <dgm:cxn modelId="{1539528F-60C4-496D-B825-ED1819D92E58}" type="presOf" srcId="{F8D7B3A5-3763-472C-A6F5-233475F059D4}" destId="{597AB1ED-A9A6-4297-883A-4BD3949E203B}" srcOrd="1" destOrd="0" presId="urn:microsoft.com/office/officeart/2005/8/layout/orgChart1"/>
    <dgm:cxn modelId="{58668791-C90F-4324-923B-377885064FCF}" type="presOf" srcId="{22B2656C-7DA6-4AD8-8973-8F43611AF056}" destId="{7CD13C2D-7B9E-4688-A545-9C5625B3BD0F}" srcOrd="1" destOrd="0" presId="urn:microsoft.com/office/officeart/2005/8/layout/orgChart1"/>
    <dgm:cxn modelId="{590FC694-8090-44EC-9D9E-B57342EF8C6E}" type="presOf" srcId="{8620CE3B-D9C4-43EB-B72C-490F5311F37C}" destId="{3BD593B1-047D-42D6-AA15-FDB36F3269D6}" srcOrd="0" destOrd="0" presId="urn:microsoft.com/office/officeart/2005/8/layout/orgChart1"/>
    <dgm:cxn modelId="{3387B795-3654-47EC-B1A0-A15C32ACB584}" type="presOf" srcId="{0380B4E8-0CE9-45B6-94A5-EA71938643E7}" destId="{41E77F2A-BA88-4CDB-B17C-943FE252241C}" srcOrd="1" destOrd="0" presId="urn:microsoft.com/office/officeart/2005/8/layout/orgChart1"/>
    <dgm:cxn modelId="{16C6BF97-C8EE-4A88-851F-1903461CD480}" srcId="{F1D7246E-1003-4C42-A15E-435868C8E550}" destId="{57A0EFBB-D2B5-4626-820C-D440C9194FED}" srcOrd="0" destOrd="0" parTransId="{5D69D16D-3DE6-49FF-913D-0750BA850CEF}" sibTransId="{111069D0-3C98-47C9-B041-5C62D56B277C}"/>
    <dgm:cxn modelId="{080C199A-96C3-496B-B576-73002F064A0B}" type="presOf" srcId="{E3B4B92B-A775-446C-BCA3-0FEB22975E80}" destId="{37FA2B19-4C85-4EA1-8E4E-9A293D973515}" srcOrd="0" destOrd="0" presId="urn:microsoft.com/office/officeart/2005/8/layout/orgChart1"/>
    <dgm:cxn modelId="{2429999A-59B1-4D3A-9538-2948366E0014}" type="presOf" srcId="{DAB387CE-DC70-4B27-90A5-9C90F18CC395}" destId="{6AD1F161-F7E5-4BC6-881F-132027068A79}" srcOrd="1" destOrd="0" presId="urn:microsoft.com/office/officeart/2005/8/layout/orgChart1"/>
    <dgm:cxn modelId="{41C11B9D-C088-4F2C-811C-C2BE9BA8A575}" type="presOf" srcId="{9DFE2AD5-8187-42D7-9FAC-839C290F3004}" destId="{16CF27C6-D6CC-4F0D-8F5E-1ABE59A47E33}" srcOrd="0" destOrd="0" presId="urn:microsoft.com/office/officeart/2005/8/layout/orgChart1"/>
    <dgm:cxn modelId="{CA28D39E-AB9B-49C0-AB2A-88124008413C}" type="presOf" srcId="{57A0EFBB-D2B5-4626-820C-D440C9194FED}" destId="{FDB6B63E-A8EC-4FC6-91A8-BBCA4DEF9EA9}" srcOrd="1" destOrd="0" presId="urn:microsoft.com/office/officeart/2005/8/layout/orgChart1"/>
    <dgm:cxn modelId="{4762399F-AB6D-4015-8D49-0EDBC2B76F4C}" type="presOf" srcId="{F8468C96-68A4-4841-8CA1-13388EEB9495}" destId="{C625A1EE-8DFD-40DD-B107-D665AD2BF564}" srcOrd="0" destOrd="0" presId="urn:microsoft.com/office/officeart/2005/8/layout/orgChart1"/>
    <dgm:cxn modelId="{7FA8869F-2369-4761-874D-B52ADDDD5831}" type="presOf" srcId="{DD12EDEC-E63E-41A4-AA6A-765D03700F8D}" destId="{B6619302-DE82-4393-87A3-FE76354118A1}" srcOrd="1" destOrd="0" presId="urn:microsoft.com/office/officeart/2005/8/layout/orgChart1"/>
    <dgm:cxn modelId="{73DED8A6-1E0C-4856-A963-A7BB6A44DB76}" type="presOf" srcId="{F4B7E5BD-A3B4-4023-AC4B-606F8848DF2C}" destId="{2D037C26-4F2C-4CE3-BF71-B970201E8A00}" srcOrd="0" destOrd="0" presId="urn:microsoft.com/office/officeart/2005/8/layout/orgChart1"/>
    <dgm:cxn modelId="{92331AA8-59C1-49C1-8ED9-8FFA194FA858}" srcId="{DBEC5EC7-42ED-4C0C-9529-49377A018868}" destId="{02F743CC-0452-4D99-A883-0E691DF84945}" srcOrd="2" destOrd="0" parTransId="{22411CAF-2EC9-43F6-A58C-3E5B383E75A7}" sibTransId="{7F854D4E-905B-4FD5-B985-61C5F84AF7CD}"/>
    <dgm:cxn modelId="{4B9BCEA9-C722-4ECC-BE81-1901BA83538B}" srcId="{3E1DD7F1-C654-4316-A393-74E834C9EB1A}" destId="{22B2656C-7DA6-4AD8-8973-8F43611AF056}" srcOrd="1" destOrd="0" parTransId="{E8D9E071-FF04-430A-8881-682CA6D64491}" sibTransId="{3EFD1B98-91C1-4295-975C-DA539374AB62}"/>
    <dgm:cxn modelId="{FE32D5A9-10A1-47A5-8D7D-83B6630E642B}" type="presOf" srcId="{72E73970-A1AA-41F0-BF3E-FBAE8AA2ABD1}" destId="{834D94E4-6919-4D2B-A579-9A10D59187A4}" srcOrd="0" destOrd="0" presId="urn:microsoft.com/office/officeart/2005/8/layout/orgChart1"/>
    <dgm:cxn modelId="{C41A0EAA-BC37-4A18-9F89-A553AD5A4AD2}" type="presOf" srcId="{9516FD18-66CB-415A-8DD5-995358BEE230}" destId="{2A511E70-664B-4F89-9599-7AB6B80F75D5}" srcOrd="0" destOrd="0" presId="urn:microsoft.com/office/officeart/2005/8/layout/orgChart1"/>
    <dgm:cxn modelId="{4B855CAC-AC68-439D-A52A-D6A9E3DAAD06}" type="presOf" srcId="{6D745090-9300-42F3-8419-ECB5263D3FE5}" destId="{815C2AB6-853A-4F37-A0CD-B39D1A4FFEB2}" srcOrd="0" destOrd="0" presId="urn:microsoft.com/office/officeart/2005/8/layout/orgChart1"/>
    <dgm:cxn modelId="{BA79A1AD-FB31-4CF0-9E9A-64B2079FE576}" type="presOf" srcId="{8C31D71E-DC15-4B60-A584-14D527124F05}" destId="{90D3825F-C031-42BC-88B6-F885271C2F15}" srcOrd="0" destOrd="0" presId="urn:microsoft.com/office/officeart/2005/8/layout/orgChart1"/>
    <dgm:cxn modelId="{E9FDF6AD-5559-4FB9-9258-2093628193D2}" type="presOf" srcId="{22411CAF-2EC9-43F6-A58C-3E5B383E75A7}" destId="{57286D5F-50A2-4D63-A1AF-9D84944D0C9F}" srcOrd="0" destOrd="0" presId="urn:microsoft.com/office/officeart/2005/8/layout/orgChart1"/>
    <dgm:cxn modelId="{C942E0B0-E2AD-4151-AACD-AEAF799F1014}" type="presOf" srcId="{3E1DD7F1-C654-4316-A393-74E834C9EB1A}" destId="{AACF4318-131C-442D-9333-529018D89884}" srcOrd="1" destOrd="0" presId="urn:microsoft.com/office/officeart/2005/8/layout/orgChart1"/>
    <dgm:cxn modelId="{4E645BB5-A2F2-4D25-A26B-9A5B2AD9C34D}" type="presOf" srcId="{DD12EDEC-E63E-41A4-AA6A-765D03700F8D}" destId="{8D07C1E6-E78B-434F-ACF5-3C1A06BFE164}" srcOrd="0" destOrd="0" presId="urn:microsoft.com/office/officeart/2005/8/layout/orgChart1"/>
    <dgm:cxn modelId="{CAB5A0B5-AAAB-4B98-9BCF-034570CACD39}" srcId="{F68EC184-5183-4226-8629-B0F0E797AECC}" destId="{DBEC5EC7-42ED-4C0C-9529-49377A018868}" srcOrd="0" destOrd="0" parTransId="{4C61C75F-D517-47CC-BEBF-14A01F593C5B}" sibTransId="{755BA92A-D09F-4552-96A1-DA07318CAEF4}"/>
    <dgm:cxn modelId="{B5996FB9-C0C4-43B1-B524-18369658E98A}" srcId="{3E1DD7F1-C654-4316-A393-74E834C9EB1A}" destId="{DD12EDEC-E63E-41A4-AA6A-765D03700F8D}" srcOrd="3" destOrd="0" parTransId="{8620CE3B-D9C4-43EB-B72C-490F5311F37C}" sibTransId="{ACED4561-C98E-491E-AC00-F36484EF5F99}"/>
    <dgm:cxn modelId="{5F3A24C6-3567-47BA-9D56-C7B07FF076A3}" type="presOf" srcId="{5D69D16D-3DE6-49FF-913D-0750BA850CEF}" destId="{B2E6F288-BF78-47D8-9A58-826A070B972D}" srcOrd="0" destOrd="0" presId="urn:microsoft.com/office/officeart/2005/8/layout/orgChart1"/>
    <dgm:cxn modelId="{27BA97C6-95B9-440E-B133-B8D8A4CD7C4A}" srcId="{3E1DD7F1-C654-4316-A393-74E834C9EB1A}" destId="{72E73970-A1AA-41F0-BF3E-FBAE8AA2ABD1}" srcOrd="0" destOrd="0" parTransId="{2CC84D59-0E21-416C-B566-8E4EB45CDE7B}" sibTransId="{589C26AF-A149-475C-B9C5-4D4942B4A528}"/>
    <dgm:cxn modelId="{38980DCB-09C2-4D85-AA89-9AA4E7C61E3E}" srcId="{02F743CC-0452-4D99-A883-0E691DF84945}" destId="{98D70EF1-FE52-4CA8-A4B8-C680EB5794EF}" srcOrd="1" destOrd="0" parTransId="{9DFE2AD5-8187-42D7-9FAC-839C290F3004}" sibTransId="{E2BCA4F9-24EC-499B-A111-084173BE68AA}"/>
    <dgm:cxn modelId="{A74576CD-B334-4FD0-A0ED-2F8D3289C55D}" type="presOf" srcId="{B5547E8E-F444-4863-8E29-0AF05D1E9E17}" destId="{1714C209-CADA-4F9D-A74A-4EE36AEB8F89}" srcOrd="1" destOrd="0" presId="urn:microsoft.com/office/officeart/2005/8/layout/orgChart1"/>
    <dgm:cxn modelId="{051CDFCE-C73F-43DB-ACBA-A51A4682211D}" type="presOf" srcId="{BAB8CC91-CAA0-4D59-A45B-CCCDD0DFB7C3}" destId="{EB42EB4F-25EB-4DB2-A289-3EBF172FD436}" srcOrd="0" destOrd="0" presId="urn:microsoft.com/office/officeart/2005/8/layout/orgChart1"/>
    <dgm:cxn modelId="{7F65F2D5-29E1-4F59-91CF-6E1B335E99B2}" type="presOf" srcId="{479BE731-186E-414E-836C-4D69285599AD}" destId="{858B93E0-C9BB-4504-9DAB-6EF7E7C5CA07}" srcOrd="0" destOrd="0" presId="urn:microsoft.com/office/officeart/2005/8/layout/orgChart1"/>
    <dgm:cxn modelId="{6C85F0D6-F042-458D-BF62-A25C5F3A8EF5}" type="presOf" srcId="{206C0DC6-60EF-49D0-AB61-5620D1BBE145}" destId="{61E35C6D-52BE-42F5-A856-949BA4F185CE}" srcOrd="1" destOrd="0" presId="urn:microsoft.com/office/officeart/2005/8/layout/orgChart1"/>
    <dgm:cxn modelId="{247A56DB-C99A-417B-A0FE-1E6379BD0C54}" type="presOf" srcId="{23F8337D-772B-43DB-B930-7AD758D99CAC}" destId="{28B540E0-8ACF-4E84-AAC3-B5A53648DE3B}" srcOrd="0" destOrd="0" presId="urn:microsoft.com/office/officeart/2005/8/layout/orgChart1"/>
    <dgm:cxn modelId="{586190DF-E0FD-4FE3-9D9E-21FC6E37C8EC}" type="presOf" srcId="{2FA44269-0ADF-4761-85E4-F3AB20038E70}" destId="{7BE30279-AF0B-4376-8C83-AD67E04B1AA4}" srcOrd="0" destOrd="0" presId="urn:microsoft.com/office/officeart/2005/8/layout/orgChart1"/>
    <dgm:cxn modelId="{40570AE0-D178-4F80-B782-C5343DA90456}" type="presOf" srcId="{E3B4B92B-A775-446C-BCA3-0FEB22975E80}" destId="{F59513F4-8255-4D25-9AA9-8257FE1A3862}" srcOrd="1" destOrd="0" presId="urn:microsoft.com/office/officeart/2005/8/layout/orgChart1"/>
    <dgm:cxn modelId="{22F25BE1-FF06-4C4A-A16D-DF1BD36E6B34}" type="presOf" srcId="{7074BA1E-DFEF-4733-812B-EAA7E950537D}" destId="{FCF263EA-8DE3-4199-B212-322A2CA8B236}" srcOrd="0" destOrd="0" presId="urn:microsoft.com/office/officeart/2005/8/layout/orgChart1"/>
    <dgm:cxn modelId="{B1DCE7E3-82D8-4846-A2B0-32AABF4DCF54}" type="presOf" srcId="{3EFD54C2-52B8-4E9B-9D71-6C44D2886FF2}" destId="{F9F883C5-707C-4F8A-8F32-D44AF7302A05}" srcOrd="1" destOrd="0" presId="urn:microsoft.com/office/officeart/2005/8/layout/orgChart1"/>
    <dgm:cxn modelId="{D88D8BE8-76E6-49FD-85D5-71D01D51A586}" type="presOf" srcId="{E8D9E071-FF04-430A-8881-682CA6D64491}" destId="{6A9F3C22-78F8-4A0B-AC09-1668B93FA539}" srcOrd="0" destOrd="0" presId="urn:microsoft.com/office/officeart/2005/8/layout/orgChart1"/>
    <dgm:cxn modelId="{7816E8EC-EB73-40F1-8160-F0ABBEE102B4}" type="presOf" srcId="{9EEC67A2-A131-4ACB-A951-58682104DA46}" destId="{EE8DC933-648D-4AF3-BA49-AB8A657747C9}" srcOrd="0" destOrd="0" presId="urn:microsoft.com/office/officeart/2005/8/layout/orgChart1"/>
    <dgm:cxn modelId="{B4181EED-FE26-41B5-B121-0241D29FF2E7}" type="presOf" srcId="{F1D7246E-1003-4C42-A15E-435868C8E550}" destId="{7D6DA3B7-65F5-403B-AF93-E02B41C9ECF8}" srcOrd="0" destOrd="0" presId="urn:microsoft.com/office/officeart/2005/8/layout/orgChart1"/>
    <dgm:cxn modelId="{65796CF4-2F78-4DDD-A15A-5F9DE07D0665}" srcId="{DBEC5EC7-42ED-4C0C-9529-49377A018868}" destId="{E3B4B92B-A775-446C-BCA3-0FEB22975E80}" srcOrd="4" destOrd="0" parTransId="{5239FF59-963D-4450-AC07-F138D377E8AD}" sibTransId="{A238CD9D-733D-45D3-8C8F-D911EC4269E0}"/>
    <dgm:cxn modelId="{DCF69CF6-6E2C-44C5-9118-0394421DBF93}" srcId="{F8D7B3A5-3763-472C-A6F5-233475F059D4}" destId="{F8468C96-68A4-4841-8CA1-13388EEB9495}" srcOrd="0" destOrd="0" parTransId="{1E15AA8F-D145-4902-83A8-CDF9CD9E83A3}" sibTransId="{F075C096-B999-415C-8AA9-2C25DDB7BA00}"/>
    <dgm:cxn modelId="{3FE60DF8-D3C6-40ED-B38A-585E5CFBA714}" type="presOf" srcId="{D56B0281-007C-4651-B402-1074A8070BD7}" destId="{7053A4FA-777A-46EA-869B-473368D42AD1}" srcOrd="0" destOrd="0" presId="urn:microsoft.com/office/officeart/2005/8/layout/orgChart1"/>
    <dgm:cxn modelId="{B0A525F8-7C47-4A4F-B990-3CDF18C92A48}" srcId="{3341D47C-63A4-43F4-8086-889AFBF97907}" destId="{5DD9EA0B-FD4B-47EE-A5D8-00DB2032D056}" srcOrd="0" destOrd="0" parTransId="{CBED35A4-698A-4704-8CCF-E730080757B8}" sibTransId="{3F9B7AC9-70BC-4960-BEB0-9281E87A50F2}"/>
    <dgm:cxn modelId="{80DE3BFC-1912-47FE-AC7E-87263D58AD0D}" type="presOf" srcId="{BD418C6D-EF45-4836-AEDC-A9B3D7A7D805}" destId="{077579C2-E581-40FF-9F36-29C006AAED2F}" srcOrd="1" destOrd="0" presId="urn:microsoft.com/office/officeart/2005/8/layout/orgChart1"/>
    <dgm:cxn modelId="{670F1993-5C8E-465B-9127-BCF24EEBD1CB}" type="presParOf" srcId="{F2DBDA25-0885-4274-B725-A570848940E4}" destId="{95B64F14-E7D9-4062-BCBA-72AA2926E2E8}" srcOrd="0" destOrd="0" presId="urn:microsoft.com/office/officeart/2005/8/layout/orgChart1"/>
    <dgm:cxn modelId="{2B8B4949-03B2-4B33-946A-D04E198FBF92}" type="presParOf" srcId="{95B64F14-E7D9-4062-BCBA-72AA2926E2E8}" destId="{E7650FBB-8DAB-48B0-A868-875F5AA90406}" srcOrd="0" destOrd="0" presId="urn:microsoft.com/office/officeart/2005/8/layout/orgChart1"/>
    <dgm:cxn modelId="{A754BC66-A46B-43DA-9ADF-3771BE6A69C4}" type="presParOf" srcId="{E7650FBB-8DAB-48B0-A868-875F5AA90406}" destId="{0624A0DB-2A56-42B6-8AD8-DCCE55415E57}" srcOrd="0" destOrd="0" presId="urn:microsoft.com/office/officeart/2005/8/layout/orgChart1"/>
    <dgm:cxn modelId="{0126A189-7AFC-47C2-A4B5-F8961628AE7C}" type="presParOf" srcId="{E7650FBB-8DAB-48B0-A868-875F5AA90406}" destId="{A41DF725-580C-4CC9-90E6-AA1AB643BAAE}" srcOrd="1" destOrd="0" presId="urn:microsoft.com/office/officeart/2005/8/layout/orgChart1"/>
    <dgm:cxn modelId="{209D8EA4-C26B-4C46-867C-7FB2864EA8DE}" type="presParOf" srcId="{95B64F14-E7D9-4062-BCBA-72AA2926E2E8}" destId="{856B4492-BE86-49A3-8777-271DE2B1F158}" srcOrd="1" destOrd="0" presId="urn:microsoft.com/office/officeart/2005/8/layout/orgChart1"/>
    <dgm:cxn modelId="{69FCCDEC-45A4-4AD7-BDA4-E6B478534160}" type="presParOf" srcId="{856B4492-BE86-49A3-8777-271DE2B1F158}" destId="{14BBD1A2-0817-4CE7-9C53-40F9089D22E0}" srcOrd="0" destOrd="0" presId="urn:microsoft.com/office/officeart/2005/8/layout/orgChart1"/>
    <dgm:cxn modelId="{4541C939-B999-462B-A078-1E2D7DA38524}" type="presParOf" srcId="{856B4492-BE86-49A3-8777-271DE2B1F158}" destId="{B0FF0772-EED4-4B41-8509-7CFA6A7FE8B3}" srcOrd="1" destOrd="0" presId="urn:microsoft.com/office/officeart/2005/8/layout/orgChart1"/>
    <dgm:cxn modelId="{094A3E8A-87E9-4432-B47A-107C91F56FC9}" type="presParOf" srcId="{B0FF0772-EED4-4B41-8509-7CFA6A7FE8B3}" destId="{80E43AA5-5FDE-4503-9B62-501A331363DF}" srcOrd="0" destOrd="0" presId="urn:microsoft.com/office/officeart/2005/8/layout/orgChart1"/>
    <dgm:cxn modelId="{90203E78-1514-491E-B6FF-1EDBCCFD2912}" type="presParOf" srcId="{80E43AA5-5FDE-4503-9B62-501A331363DF}" destId="{DB957F9F-72B0-4F7D-B792-24D2768D5AE6}" srcOrd="0" destOrd="0" presId="urn:microsoft.com/office/officeart/2005/8/layout/orgChart1"/>
    <dgm:cxn modelId="{B40A559E-9EB1-493F-AE9B-331AD37F26AB}" type="presParOf" srcId="{80E43AA5-5FDE-4503-9B62-501A331363DF}" destId="{AACF4318-131C-442D-9333-529018D89884}" srcOrd="1" destOrd="0" presId="urn:microsoft.com/office/officeart/2005/8/layout/orgChart1"/>
    <dgm:cxn modelId="{5CBBD6F9-3404-4DBC-94EC-620E8ED1A556}" type="presParOf" srcId="{B0FF0772-EED4-4B41-8509-7CFA6A7FE8B3}" destId="{584DBD31-2760-491C-A585-3B17E67283AD}" srcOrd="1" destOrd="0" presId="urn:microsoft.com/office/officeart/2005/8/layout/orgChart1"/>
    <dgm:cxn modelId="{66456BF5-0E34-4F25-B367-E24E243D277A}" type="presParOf" srcId="{584DBD31-2760-491C-A585-3B17E67283AD}" destId="{A238D823-7E4A-421B-AE0A-F5424C7FFC39}" srcOrd="0" destOrd="0" presId="urn:microsoft.com/office/officeart/2005/8/layout/orgChart1"/>
    <dgm:cxn modelId="{39524000-8165-47B5-B1C2-6F7B95F1CC54}" type="presParOf" srcId="{584DBD31-2760-491C-A585-3B17E67283AD}" destId="{A1A0A6CE-2AC2-47DF-B85E-933CF54CCDE6}" srcOrd="1" destOrd="0" presId="urn:microsoft.com/office/officeart/2005/8/layout/orgChart1"/>
    <dgm:cxn modelId="{08F20743-A1E2-41A6-AA2F-2B0B00364EAC}" type="presParOf" srcId="{A1A0A6CE-2AC2-47DF-B85E-933CF54CCDE6}" destId="{0E6B519C-2222-4985-AF23-73BCA9E563F8}" srcOrd="0" destOrd="0" presId="urn:microsoft.com/office/officeart/2005/8/layout/orgChart1"/>
    <dgm:cxn modelId="{515E8207-94A5-4723-8071-C5698A48AF5A}" type="presParOf" srcId="{0E6B519C-2222-4985-AF23-73BCA9E563F8}" destId="{834D94E4-6919-4D2B-A579-9A10D59187A4}" srcOrd="0" destOrd="0" presId="urn:microsoft.com/office/officeart/2005/8/layout/orgChart1"/>
    <dgm:cxn modelId="{1256CF36-A18D-4308-B0CD-CB546C28BB73}" type="presParOf" srcId="{0E6B519C-2222-4985-AF23-73BCA9E563F8}" destId="{481792BF-CA23-4FC4-B503-3FFF3D9AF204}" srcOrd="1" destOrd="0" presId="urn:microsoft.com/office/officeart/2005/8/layout/orgChart1"/>
    <dgm:cxn modelId="{0C85D379-C820-49B3-8804-6547D8A6857B}" type="presParOf" srcId="{A1A0A6CE-2AC2-47DF-B85E-933CF54CCDE6}" destId="{49DC6D1C-FBD1-4E1B-84AD-86CB6AAC1042}" srcOrd="1" destOrd="0" presId="urn:microsoft.com/office/officeart/2005/8/layout/orgChart1"/>
    <dgm:cxn modelId="{887751FB-7C02-4438-8D9E-AB62930B984A}" type="presParOf" srcId="{49DC6D1C-FBD1-4E1B-84AD-86CB6AAC1042}" destId="{7053A4FA-777A-46EA-869B-473368D42AD1}" srcOrd="0" destOrd="0" presId="urn:microsoft.com/office/officeart/2005/8/layout/orgChart1"/>
    <dgm:cxn modelId="{EA86B8FF-B32E-4614-AB8D-58577FEDEDBE}" type="presParOf" srcId="{49DC6D1C-FBD1-4E1B-84AD-86CB6AAC1042}" destId="{B2D9A13F-28A3-4BCE-9471-9D5708FFC199}" srcOrd="1" destOrd="0" presId="urn:microsoft.com/office/officeart/2005/8/layout/orgChart1"/>
    <dgm:cxn modelId="{37F41255-DB88-4E8E-B6AE-E8A0F5FFE629}" type="presParOf" srcId="{B2D9A13F-28A3-4BCE-9471-9D5708FFC199}" destId="{2778C58B-7A16-4AC3-93A0-DDDA0401154B}" srcOrd="0" destOrd="0" presId="urn:microsoft.com/office/officeart/2005/8/layout/orgChart1"/>
    <dgm:cxn modelId="{016087A1-2ACB-471B-9CBC-10B4FB42BF82}" type="presParOf" srcId="{2778C58B-7A16-4AC3-93A0-DDDA0401154B}" destId="{90D3825F-C031-42BC-88B6-F885271C2F15}" srcOrd="0" destOrd="0" presId="urn:microsoft.com/office/officeart/2005/8/layout/orgChart1"/>
    <dgm:cxn modelId="{1ED2997D-A091-454B-A0F9-79E82825AAEB}" type="presParOf" srcId="{2778C58B-7A16-4AC3-93A0-DDDA0401154B}" destId="{C05B71DE-DB1C-44FE-A30B-8CC68F867A57}" srcOrd="1" destOrd="0" presId="urn:microsoft.com/office/officeart/2005/8/layout/orgChart1"/>
    <dgm:cxn modelId="{1677A1C3-9762-4384-828A-D5E179C2179B}" type="presParOf" srcId="{B2D9A13F-28A3-4BCE-9471-9D5708FFC199}" destId="{B168B041-4489-40A4-A094-116530010716}" srcOrd="1" destOrd="0" presId="urn:microsoft.com/office/officeart/2005/8/layout/orgChart1"/>
    <dgm:cxn modelId="{2BA1D8D5-BB59-4D71-816D-1DED05308DD1}" type="presParOf" srcId="{B2D9A13F-28A3-4BCE-9471-9D5708FFC199}" destId="{03509C1D-73C3-4A4F-ABDA-E8FB8E8C054D}" srcOrd="2" destOrd="0" presId="urn:microsoft.com/office/officeart/2005/8/layout/orgChart1"/>
    <dgm:cxn modelId="{2337B197-B2FA-458A-8E65-D7A5090916ED}" type="presParOf" srcId="{A1A0A6CE-2AC2-47DF-B85E-933CF54CCDE6}" destId="{9D9F015C-8D0A-4420-829E-BC4DF6E46FC5}" srcOrd="2" destOrd="0" presId="urn:microsoft.com/office/officeart/2005/8/layout/orgChart1"/>
    <dgm:cxn modelId="{5583B97A-8FB5-4D57-B6A5-B207F6FAE0A1}" type="presParOf" srcId="{584DBD31-2760-491C-A585-3B17E67283AD}" destId="{6A9F3C22-78F8-4A0B-AC09-1668B93FA539}" srcOrd="2" destOrd="0" presId="urn:microsoft.com/office/officeart/2005/8/layout/orgChart1"/>
    <dgm:cxn modelId="{2C375E55-04E0-492A-96F1-2489C66D5D50}" type="presParOf" srcId="{584DBD31-2760-491C-A585-3B17E67283AD}" destId="{E5513ADE-DEF8-40BF-8068-560B11CA0BBC}" srcOrd="3" destOrd="0" presId="urn:microsoft.com/office/officeart/2005/8/layout/orgChart1"/>
    <dgm:cxn modelId="{ACB0842E-E166-42A3-AB22-D6C620729B33}" type="presParOf" srcId="{E5513ADE-DEF8-40BF-8068-560B11CA0BBC}" destId="{7FACD376-C484-4340-BF39-FE4D062EFE59}" srcOrd="0" destOrd="0" presId="urn:microsoft.com/office/officeart/2005/8/layout/orgChart1"/>
    <dgm:cxn modelId="{FBDA3F81-20C2-4261-96A6-00582607089E}" type="presParOf" srcId="{7FACD376-C484-4340-BF39-FE4D062EFE59}" destId="{9318AD48-C857-442C-A98D-46457B476A31}" srcOrd="0" destOrd="0" presId="urn:microsoft.com/office/officeart/2005/8/layout/orgChart1"/>
    <dgm:cxn modelId="{369DCB50-1450-4D12-8C88-867D555F6975}" type="presParOf" srcId="{7FACD376-C484-4340-BF39-FE4D062EFE59}" destId="{7CD13C2D-7B9E-4688-A545-9C5625B3BD0F}" srcOrd="1" destOrd="0" presId="urn:microsoft.com/office/officeart/2005/8/layout/orgChart1"/>
    <dgm:cxn modelId="{33208A7C-ED6C-42D1-A6BD-31626DC57FA7}" type="presParOf" srcId="{E5513ADE-DEF8-40BF-8068-560B11CA0BBC}" destId="{7DD6E89F-DFF7-4F2A-8788-AEC926DCF218}" srcOrd="1" destOrd="0" presId="urn:microsoft.com/office/officeart/2005/8/layout/orgChart1"/>
    <dgm:cxn modelId="{B48DE4A3-6513-4CAC-9876-A51A89E8B4DC}" type="presParOf" srcId="{7DD6E89F-DFF7-4F2A-8788-AEC926DCF218}" destId="{FCF263EA-8DE3-4199-B212-322A2CA8B236}" srcOrd="0" destOrd="0" presId="urn:microsoft.com/office/officeart/2005/8/layout/orgChart1"/>
    <dgm:cxn modelId="{C55F2B0E-CD03-4175-8E3C-2626378F772A}" type="presParOf" srcId="{7DD6E89F-DFF7-4F2A-8788-AEC926DCF218}" destId="{BABAD884-88F8-49D9-821B-108930AAECA4}" srcOrd="1" destOrd="0" presId="urn:microsoft.com/office/officeart/2005/8/layout/orgChart1"/>
    <dgm:cxn modelId="{3392186B-04D2-4CF7-8FDC-7D4AF5B2DFBE}" type="presParOf" srcId="{BABAD884-88F8-49D9-821B-108930AAECA4}" destId="{37D28E06-4662-4E81-9A80-C2601098D339}" srcOrd="0" destOrd="0" presId="urn:microsoft.com/office/officeart/2005/8/layout/orgChart1"/>
    <dgm:cxn modelId="{B07E69E8-5630-4908-AEE0-D0CBC4740317}" type="presParOf" srcId="{37D28E06-4662-4E81-9A80-C2601098D339}" destId="{28A2D974-9872-452F-91BA-AAAD376AB498}" srcOrd="0" destOrd="0" presId="urn:microsoft.com/office/officeart/2005/8/layout/orgChart1"/>
    <dgm:cxn modelId="{6D4EEA3E-0E7E-44B9-BADA-B1336BBD2DA6}" type="presParOf" srcId="{37D28E06-4662-4E81-9A80-C2601098D339}" destId="{61E35C6D-52BE-42F5-A856-949BA4F185CE}" srcOrd="1" destOrd="0" presId="urn:microsoft.com/office/officeart/2005/8/layout/orgChart1"/>
    <dgm:cxn modelId="{EE105BDE-EDED-4E02-BD96-75453A793FA6}" type="presParOf" srcId="{BABAD884-88F8-49D9-821B-108930AAECA4}" destId="{4CCF779E-DEEE-4A39-8265-DB8A9C83371D}" srcOrd="1" destOrd="0" presId="urn:microsoft.com/office/officeart/2005/8/layout/orgChart1"/>
    <dgm:cxn modelId="{1D8FC05C-7CB7-48DD-A2BD-E075244F7267}" type="presParOf" srcId="{BABAD884-88F8-49D9-821B-108930AAECA4}" destId="{4B8546A2-FDA2-4E26-AEA2-379E76CFF794}" srcOrd="2" destOrd="0" presId="urn:microsoft.com/office/officeart/2005/8/layout/orgChart1"/>
    <dgm:cxn modelId="{333494CC-2524-4A82-972B-C8AC9503951A}" type="presParOf" srcId="{E5513ADE-DEF8-40BF-8068-560B11CA0BBC}" destId="{6BAF88BB-4DFE-4E62-A878-6CD87774856D}" srcOrd="2" destOrd="0" presId="urn:microsoft.com/office/officeart/2005/8/layout/orgChart1"/>
    <dgm:cxn modelId="{2D8D58C4-4B6B-4A4A-B3A3-0C970051A68B}" type="presParOf" srcId="{584DBD31-2760-491C-A585-3B17E67283AD}" destId="{2A511E70-664B-4F89-9599-7AB6B80F75D5}" srcOrd="4" destOrd="0" presId="urn:microsoft.com/office/officeart/2005/8/layout/orgChart1"/>
    <dgm:cxn modelId="{60D53076-FBB0-469C-84C8-BBE3D5BD8B19}" type="presParOf" srcId="{584DBD31-2760-491C-A585-3B17E67283AD}" destId="{5744AE1B-396A-4322-884E-68EFE90A058C}" srcOrd="5" destOrd="0" presId="urn:microsoft.com/office/officeart/2005/8/layout/orgChart1"/>
    <dgm:cxn modelId="{2A1AD494-2861-44AE-A5CC-18A2C21F0F55}" type="presParOf" srcId="{5744AE1B-396A-4322-884E-68EFE90A058C}" destId="{B77511E3-5E52-4016-92AC-11B3399694AB}" srcOrd="0" destOrd="0" presId="urn:microsoft.com/office/officeart/2005/8/layout/orgChart1"/>
    <dgm:cxn modelId="{3EF59578-698F-4126-93A6-1092180696AB}" type="presParOf" srcId="{B77511E3-5E52-4016-92AC-11B3399694AB}" destId="{8077F461-E77E-40EB-BF2D-E691FE2AF6DD}" srcOrd="0" destOrd="0" presId="urn:microsoft.com/office/officeart/2005/8/layout/orgChart1"/>
    <dgm:cxn modelId="{AF0F20A0-BA20-4999-AD3E-0A917AFAEFB3}" type="presParOf" srcId="{B77511E3-5E52-4016-92AC-11B3399694AB}" destId="{2E00FCD0-95FD-413B-BF1D-E872CA26BE4A}" srcOrd="1" destOrd="0" presId="urn:microsoft.com/office/officeart/2005/8/layout/orgChart1"/>
    <dgm:cxn modelId="{8E4E3406-6B0E-4EE7-9FD3-7B1EFC4E236A}" type="presParOf" srcId="{5744AE1B-396A-4322-884E-68EFE90A058C}" destId="{B7C5585C-833A-47DB-8AE2-903CE9580F34}" srcOrd="1" destOrd="0" presId="urn:microsoft.com/office/officeart/2005/8/layout/orgChart1"/>
    <dgm:cxn modelId="{3D03AD91-DBC4-4033-92D2-27EBBDE09C3F}" type="presParOf" srcId="{B7C5585C-833A-47DB-8AE2-903CE9580F34}" destId="{AF9E2ED3-0744-4348-A092-BFC1E7B14785}" srcOrd="0" destOrd="0" presId="urn:microsoft.com/office/officeart/2005/8/layout/orgChart1"/>
    <dgm:cxn modelId="{C55DF0EF-C6C7-4434-9326-F33A9D64FD4A}" type="presParOf" srcId="{B7C5585C-833A-47DB-8AE2-903CE9580F34}" destId="{05262498-0C55-4FF3-8C70-311E6E1C9A59}" srcOrd="1" destOrd="0" presId="urn:microsoft.com/office/officeart/2005/8/layout/orgChart1"/>
    <dgm:cxn modelId="{F7AC776D-9653-4F8D-81D2-22B3AFAA1913}" type="presParOf" srcId="{05262498-0C55-4FF3-8C70-311E6E1C9A59}" destId="{8CDF19AD-8353-4D5F-A2E1-76478A9B2BC3}" srcOrd="0" destOrd="0" presId="urn:microsoft.com/office/officeart/2005/8/layout/orgChart1"/>
    <dgm:cxn modelId="{3D0E521E-6EA6-40D6-932A-CF7002A2DE02}" type="presParOf" srcId="{8CDF19AD-8353-4D5F-A2E1-76478A9B2BC3}" destId="{C8BBC977-2B70-44E9-BFE7-24CABEF73DE9}" srcOrd="0" destOrd="0" presId="urn:microsoft.com/office/officeart/2005/8/layout/orgChart1"/>
    <dgm:cxn modelId="{55DCB4D7-C331-4A70-A48B-261BCA9D5167}" type="presParOf" srcId="{8CDF19AD-8353-4D5F-A2E1-76478A9B2BC3}" destId="{41E77F2A-BA88-4CDB-B17C-943FE252241C}" srcOrd="1" destOrd="0" presId="urn:microsoft.com/office/officeart/2005/8/layout/orgChart1"/>
    <dgm:cxn modelId="{E5443375-91A2-4D2C-86B2-2A3D3A50D30A}" type="presParOf" srcId="{05262498-0C55-4FF3-8C70-311E6E1C9A59}" destId="{AA49EE34-0DD2-4C90-B764-3FDD863B2BC1}" srcOrd="1" destOrd="0" presId="urn:microsoft.com/office/officeart/2005/8/layout/orgChart1"/>
    <dgm:cxn modelId="{581E5551-D4EA-4E00-81A2-0D846852298A}" type="presParOf" srcId="{05262498-0C55-4FF3-8C70-311E6E1C9A59}" destId="{41D64C36-16CE-4D2E-AD48-C3EC90DCA884}" srcOrd="2" destOrd="0" presId="urn:microsoft.com/office/officeart/2005/8/layout/orgChart1"/>
    <dgm:cxn modelId="{98A6C783-784F-495A-BE89-B6C99F2CE17B}" type="presParOf" srcId="{5744AE1B-396A-4322-884E-68EFE90A058C}" destId="{C4FA731F-E4F4-49C7-B34D-AEB35768095C}" srcOrd="2" destOrd="0" presId="urn:microsoft.com/office/officeart/2005/8/layout/orgChart1"/>
    <dgm:cxn modelId="{B53CF986-58D9-45A7-B7E0-741C61B2696B}" type="presParOf" srcId="{584DBD31-2760-491C-A585-3B17E67283AD}" destId="{3BD593B1-047D-42D6-AA15-FDB36F3269D6}" srcOrd="6" destOrd="0" presId="urn:microsoft.com/office/officeart/2005/8/layout/orgChart1"/>
    <dgm:cxn modelId="{9336DBED-B216-44B8-9CE3-72B5700A06D3}" type="presParOf" srcId="{584DBD31-2760-491C-A585-3B17E67283AD}" destId="{D2F1C85D-F49A-4808-BC5F-0F3961060470}" srcOrd="7" destOrd="0" presId="urn:microsoft.com/office/officeart/2005/8/layout/orgChart1"/>
    <dgm:cxn modelId="{6B5DD5B7-F887-47CB-9CB8-5A8F60CB09B5}" type="presParOf" srcId="{D2F1C85D-F49A-4808-BC5F-0F3961060470}" destId="{B729FF8B-65B0-431B-818A-B55622FB5F0F}" srcOrd="0" destOrd="0" presId="urn:microsoft.com/office/officeart/2005/8/layout/orgChart1"/>
    <dgm:cxn modelId="{62F24F9B-F550-49D3-AAD3-F659B91C76FD}" type="presParOf" srcId="{B729FF8B-65B0-431B-818A-B55622FB5F0F}" destId="{8D07C1E6-E78B-434F-ACF5-3C1A06BFE164}" srcOrd="0" destOrd="0" presId="urn:microsoft.com/office/officeart/2005/8/layout/orgChart1"/>
    <dgm:cxn modelId="{9829E4CF-1CAF-4A1C-99D1-1C6460D0FF24}" type="presParOf" srcId="{B729FF8B-65B0-431B-818A-B55622FB5F0F}" destId="{B6619302-DE82-4393-87A3-FE76354118A1}" srcOrd="1" destOrd="0" presId="urn:microsoft.com/office/officeart/2005/8/layout/orgChart1"/>
    <dgm:cxn modelId="{A213988E-76A2-4A5D-B259-DBCB2F260D7F}" type="presParOf" srcId="{D2F1C85D-F49A-4808-BC5F-0F3961060470}" destId="{1B7BD897-497C-4487-8A75-6A545DDF9311}" srcOrd="1" destOrd="0" presId="urn:microsoft.com/office/officeart/2005/8/layout/orgChart1"/>
    <dgm:cxn modelId="{C8885046-B560-4A4D-A5F1-9C08ECEFC6B7}" type="presParOf" srcId="{D2F1C85D-F49A-4808-BC5F-0F3961060470}" destId="{DEA28D77-A0BB-4763-9254-AC47A1305A85}" srcOrd="2" destOrd="0" presId="urn:microsoft.com/office/officeart/2005/8/layout/orgChart1"/>
    <dgm:cxn modelId="{0698D559-44FC-40DC-AFB7-6098C4A022EA}" type="presParOf" srcId="{B0FF0772-EED4-4B41-8509-7CFA6A7FE8B3}" destId="{5A7541D6-566D-4C54-A5FC-A52EEEE573CF}" srcOrd="2" destOrd="0" presId="urn:microsoft.com/office/officeart/2005/8/layout/orgChart1"/>
    <dgm:cxn modelId="{5E8F5229-E2E7-4F73-85F2-23B1E2D7CC11}" type="presParOf" srcId="{856B4492-BE86-49A3-8777-271DE2B1F158}" destId="{57286D5F-50A2-4D63-A1AF-9D84944D0C9F}" srcOrd="2" destOrd="0" presId="urn:microsoft.com/office/officeart/2005/8/layout/orgChart1"/>
    <dgm:cxn modelId="{BB162911-5B67-42B6-9010-52B8B5CAFF54}" type="presParOf" srcId="{856B4492-BE86-49A3-8777-271DE2B1F158}" destId="{31C15868-AEF8-48EB-8427-0C62E1BB33D4}" srcOrd="3" destOrd="0" presId="urn:microsoft.com/office/officeart/2005/8/layout/orgChart1"/>
    <dgm:cxn modelId="{1EC65F77-48E0-4F83-ADF1-D63B6704D0EA}" type="presParOf" srcId="{31C15868-AEF8-48EB-8427-0C62E1BB33D4}" destId="{AD5A268D-F2E3-44E9-A20F-13555D674551}" srcOrd="0" destOrd="0" presId="urn:microsoft.com/office/officeart/2005/8/layout/orgChart1"/>
    <dgm:cxn modelId="{E678AC14-1E91-4076-83D7-85970BEC2850}" type="presParOf" srcId="{AD5A268D-F2E3-44E9-A20F-13555D674551}" destId="{1F45E52C-0140-406C-984D-0E7631F7D6A5}" srcOrd="0" destOrd="0" presId="urn:microsoft.com/office/officeart/2005/8/layout/orgChart1"/>
    <dgm:cxn modelId="{3353F12E-F30E-4AF0-9C9B-B4FFC7BFE3AB}" type="presParOf" srcId="{AD5A268D-F2E3-44E9-A20F-13555D674551}" destId="{C4D69EEF-E490-4B93-A6D1-59D693FED652}" srcOrd="1" destOrd="0" presId="urn:microsoft.com/office/officeart/2005/8/layout/orgChart1"/>
    <dgm:cxn modelId="{5B43C63F-32F9-43F0-84A9-D129FA442E19}" type="presParOf" srcId="{31C15868-AEF8-48EB-8427-0C62E1BB33D4}" destId="{F7C75568-09AC-4A6A-AB76-D5926FD1F921}" srcOrd="1" destOrd="0" presId="urn:microsoft.com/office/officeart/2005/8/layout/orgChart1"/>
    <dgm:cxn modelId="{7FE35A91-5EA6-448C-8372-E4085A0F9190}" type="presParOf" srcId="{F7C75568-09AC-4A6A-AB76-D5926FD1F921}" destId="{9D5515C9-0A94-43C1-BC86-1CDFCFB392CC}" srcOrd="0" destOrd="0" presId="urn:microsoft.com/office/officeart/2005/8/layout/orgChart1"/>
    <dgm:cxn modelId="{9A2A1188-ED7A-41A0-9796-2149338CF25F}" type="presParOf" srcId="{F7C75568-09AC-4A6A-AB76-D5926FD1F921}" destId="{8852AA97-F259-4207-BA24-EC3C647BC435}" srcOrd="1" destOrd="0" presId="urn:microsoft.com/office/officeart/2005/8/layout/orgChart1"/>
    <dgm:cxn modelId="{C822ADDA-4688-426C-8005-FEAB008CCF4B}" type="presParOf" srcId="{8852AA97-F259-4207-BA24-EC3C647BC435}" destId="{6F2B0EEA-4C3C-4707-A48E-C0A9D0BDE530}" srcOrd="0" destOrd="0" presId="urn:microsoft.com/office/officeart/2005/8/layout/orgChart1"/>
    <dgm:cxn modelId="{2CF31CC2-3CBA-444B-B8C1-74B4EDC3C12C}" type="presParOf" srcId="{6F2B0EEA-4C3C-4707-A48E-C0A9D0BDE530}" destId="{ED8F6956-ED74-47A5-B6E2-7FEF40990842}" srcOrd="0" destOrd="0" presId="urn:microsoft.com/office/officeart/2005/8/layout/orgChart1"/>
    <dgm:cxn modelId="{985C230D-803C-434E-8096-59269696303F}" type="presParOf" srcId="{6F2B0EEA-4C3C-4707-A48E-C0A9D0BDE530}" destId="{23816441-22C9-462A-8002-B0BEC4A1939E}" srcOrd="1" destOrd="0" presId="urn:microsoft.com/office/officeart/2005/8/layout/orgChart1"/>
    <dgm:cxn modelId="{3E9D7E3D-07CB-4AF7-A517-87DBE4B5C054}" type="presParOf" srcId="{8852AA97-F259-4207-BA24-EC3C647BC435}" destId="{A5E8D184-8C7C-401B-BDDE-E0D418C4D401}" srcOrd="1" destOrd="0" presId="urn:microsoft.com/office/officeart/2005/8/layout/orgChart1"/>
    <dgm:cxn modelId="{00B841D8-D402-45DE-AD30-40AF388599CA}" type="presParOf" srcId="{8852AA97-F259-4207-BA24-EC3C647BC435}" destId="{DAF228D2-4996-44EC-A5AF-960B25792E2E}" srcOrd="2" destOrd="0" presId="urn:microsoft.com/office/officeart/2005/8/layout/orgChart1"/>
    <dgm:cxn modelId="{B0B0C8EC-F00B-4A3B-809B-DF362C91B77F}" type="presParOf" srcId="{F7C75568-09AC-4A6A-AB76-D5926FD1F921}" destId="{16CF27C6-D6CC-4F0D-8F5E-1ABE59A47E33}" srcOrd="2" destOrd="0" presId="urn:microsoft.com/office/officeart/2005/8/layout/orgChart1"/>
    <dgm:cxn modelId="{BEA4B2B9-4D2A-4480-8208-77008C19A01E}" type="presParOf" srcId="{F7C75568-09AC-4A6A-AB76-D5926FD1F921}" destId="{8C6CDA15-9947-44E4-83D2-A5DFEA08296C}" srcOrd="3" destOrd="0" presId="urn:microsoft.com/office/officeart/2005/8/layout/orgChart1"/>
    <dgm:cxn modelId="{24E6642C-4CE1-480F-9300-74979E9C6F14}" type="presParOf" srcId="{8C6CDA15-9947-44E4-83D2-A5DFEA08296C}" destId="{86924CA6-9C96-4405-949C-8131E55EA4C8}" srcOrd="0" destOrd="0" presId="urn:microsoft.com/office/officeart/2005/8/layout/orgChart1"/>
    <dgm:cxn modelId="{BFBAA436-F3F9-4664-94FF-C5D2CC20CA8B}" type="presParOf" srcId="{86924CA6-9C96-4405-949C-8131E55EA4C8}" destId="{A055EAF6-1DC1-4AC5-B5F4-1ABEB00B1A72}" srcOrd="0" destOrd="0" presId="urn:microsoft.com/office/officeart/2005/8/layout/orgChart1"/>
    <dgm:cxn modelId="{2BD1563A-686C-4A25-9172-DE7DA0F1726B}" type="presParOf" srcId="{86924CA6-9C96-4405-949C-8131E55EA4C8}" destId="{CB98B130-429B-4C7B-9803-28F2C8D83A03}" srcOrd="1" destOrd="0" presId="urn:microsoft.com/office/officeart/2005/8/layout/orgChart1"/>
    <dgm:cxn modelId="{09B11134-EE2B-42C9-8E82-6793196541BD}" type="presParOf" srcId="{8C6CDA15-9947-44E4-83D2-A5DFEA08296C}" destId="{15AAA015-23B6-48E6-BCE4-5F459219AEED}" srcOrd="1" destOrd="0" presId="urn:microsoft.com/office/officeart/2005/8/layout/orgChart1"/>
    <dgm:cxn modelId="{4416928D-1295-4E2B-AA57-4BB4B928602D}" type="presParOf" srcId="{8C6CDA15-9947-44E4-83D2-A5DFEA08296C}" destId="{FF3E6DEE-7EAF-4695-850E-D1F94EB9BB32}" srcOrd="2" destOrd="0" presId="urn:microsoft.com/office/officeart/2005/8/layout/orgChart1"/>
    <dgm:cxn modelId="{EF22B69F-1F05-4CD2-A979-28824E919E6B}" type="presParOf" srcId="{31C15868-AEF8-48EB-8427-0C62E1BB33D4}" destId="{DE03E970-822A-4C3B-B415-8A5596E8A198}" srcOrd="2" destOrd="0" presId="urn:microsoft.com/office/officeart/2005/8/layout/orgChart1"/>
    <dgm:cxn modelId="{F1774D32-D61A-4D5E-9D12-84741058E0B1}" type="presParOf" srcId="{856B4492-BE86-49A3-8777-271DE2B1F158}" destId="{16C13BFD-045F-47B5-B5CF-891FD15DDE3F}" srcOrd="4" destOrd="0" presId="urn:microsoft.com/office/officeart/2005/8/layout/orgChart1"/>
    <dgm:cxn modelId="{D08F8D73-2C45-49BF-A288-662E24A47E18}" type="presParOf" srcId="{856B4492-BE86-49A3-8777-271DE2B1F158}" destId="{773BABA5-D595-485E-B734-1E04AEEC993A}" srcOrd="5" destOrd="0" presId="urn:microsoft.com/office/officeart/2005/8/layout/orgChart1"/>
    <dgm:cxn modelId="{852A1896-1F46-45EA-9A4F-BD58C3F85E89}" type="presParOf" srcId="{773BABA5-D595-485E-B734-1E04AEEC993A}" destId="{6EC8EDCC-6235-4225-BBB7-314ED24697D2}" srcOrd="0" destOrd="0" presId="urn:microsoft.com/office/officeart/2005/8/layout/orgChart1"/>
    <dgm:cxn modelId="{6AA86645-4852-4B36-ACE6-B2DB6688FE53}" type="presParOf" srcId="{6EC8EDCC-6235-4225-BBB7-314ED24697D2}" destId="{EC0C8096-762B-46AB-9B08-966AF6EC1B2F}" srcOrd="0" destOrd="0" presId="urn:microsoft.com/office/officeart/2005/8/layout/orgChart1"/>
    <dgm:cxn modelId="{03385006-64A5-41C5-ACCF-DFB0C1E273E4}" type="presParOf" srcId="{6EC8EDCC-6235-4225-BBB7-314ED24697D2}" destId="{F9F883C5-707C-4F8A-8F32-D44AF7302A05}" srcOrd="1" destOrd="0" presId="urn:microsoft.com/office/officeart/2005/8/layout/orgChart1"/>
    <dgm:cxn modelId="{E26B0D10-2BCD-40F0-95E3-AB1ECB5BA43B}" type="presParOf" srcId="{773BABA5-D595-485E-B734-1E04AEEC993A}" destId="{53C01094-38BD-4A89-8EE9-CE27132CB99A}" srcOrd="1" destOrd="0" presId="urn:microsoft.com/office/officeart/2005/8/layout/orgChart1"/>
    <dgm:cxn modelId="{58E1AB43-A8B4-474D-9E1D-818735F938F6}" type="presParOf" srcId="{53C01094-38BD-4A89-8EE9-CE27132CB99A}" destId="{EE8DC933-648D-4AF3-BA49-AB8A657747C9}" srcOrd="0" destOrd="0" presId="urn:microsoft.com/office/officeart/2005/8/layout/orgChart1"/>
    <dgm:cxn modelId="{60F94603-75A7-426C-8340-BA733FDDD992}" type="presParOf" srcId="{53C01094-38BD-4A89-8EE9-CE27132CB99A}" destId="{19E41CA3-3B76-4F10-B90D-24D6AD36BC64}" srcOrd="1" destOrd="0" presId="urn:microsoft.com/office/officeart/2005/8/layout/orgChart1"/>
    <dgm:cxn modelId="{665C8012-A14F-4F08-8E10-6B98BE3D15C6}" type="presParOf" srcId="{19E41CA3-3B76-4F10-B90D-24D6AD36BC64}" destId="{E8DC0F4B-57CD-4058-8823-0691408A9B0A}" srcOrd="0" destOrd="0" presId="urn:microsoft.com/office/officeart/2005/8/layout/orgChart1"/>
    <dgm:cxn modelId="{D440588A-ABE1-4E45-9CD4-D9BE0F1DF99F}" type="presParOf" srcId="{E8DC0F4B-57CD-4058-8823-0691408A9B0A}" destId="{EB42EB4F-25EB-4DB2-A289-3EBF172FD436}" srcOrd="0" destOrd="0" presId="urn:microsoft.com/office/officeart/2005/8/layout/orgChart1"/>
    <dgm:cxn modelId="{554E2A98-1A03-481E-ACD3-0934119171C0}" type="presParOf" srcId="{E8DC0F4B-57CD-4058-8823-0691408A9B0A}" destId="{1AD3CDBF-EB33-4082-A67B-9034586D87B1}" srcOrd="1" destOrd="0" presId="urn:microsoft.com/office/officeart/2005/8/layout/orgChart1"/>
    <dgm:cxn modelId="{28373B9C-0592-4125-A2E9-88FF5D0D23DC}" type="presParOf" srcId="{19E41CA3-3B76-4F10-B90D-24D6AD36BC64}" destId="{E6FF6C30-2F65-482E-BE50-C90075C106D1}" srcOrd="1" destOrd="0" presId="urn:microsoft.com/office/officeart/2005/8/layout/orgChart1"/>
    <dgm:cxn modelId="{989D5744-E8A7-403C-846A-B2C497E5E164}" type="presParOf" srcId="{E6FF6C30-2F65-482E-BE50-C90075C106D1}" destId="{7BE30279-AF0B-4376-8C83-AD67E04B1AA4}" srcOrd="0" destOrd="0" presId="urn:microsoft.com/office/officeart/2005/8/layout/orgChart1"/>
    <dgm:cxn modelId="{4478C6D9-2772-45D7-8790-D4EBE04A351B}" type="presParOf" srcId="{E6FF6C30-2F65-482E-BE50-C90075C106D1}" destId="{CDFDA8BF-5D81-435C-91F2-E111843E59C4}" srcOrd="1" destOrd="0" presId="urn:microsoft.com/office/officeart/2005/8/layout/orgChart1"/>
    <dgm:cxn modelId="{5D2F0CBE-C55D-418B-8225-8424B8F3B555}" type="presParOf" srcId="{CDFDA8BF-5D81-435C-91F2-E111843E59C4}" destId="{3137CA24-F03C-4EB6-A533-5C8BCCEA0FF9}" srcOrd="0" destOrd="0" presId="urn:microsoft.com/office/officeart/2005/8/layout/orgChart1"/>
    <dgm:cxn modelId="{0D94F4B8-795F-44A9-810E-938A67F3F223}" type="presParOf" srcId="{3137CA24-F03C-4EB6-A533-5C8BCCEA0FF9}" destId="{9B17B85B-C908-4B59-BD88-B7407A7815DF}" srcOrd="0" destOrd="0" presId="urn:microsoft.com/office/officeart/2005/8/layout/orgChart1"/>
    <dgm:cxn modelId="{E8E09B70-B1D6-4CE6-892D-E5950191EC96}" type="presParOf" srcId="{3137CA24-F03C-4EB6-A533-5C8BCCEA0FF9}" destId="{6AD1F161-F7E5-4BC6-881F-132027068A79}" srcOrd="1" destOrd="0" presId="urn:microsoft.com/office/officeart/2005/8/layout/orgChart1"/>
    <dgm:cxn modelId="{28FDB0E3-42B0-4F77-A043-9B148D3B5B3D}" type="presParOf" srcId="{CDFDA8BF-5D81-435C-91F2-E111843E59C4}" destId="{2F30B509-A247-44B8-849C-46D8F8D05F9F}" srcOrd="1" destOrd="0" presId="urn:microsoft.com/office/officeart/2005/8/layout/orgChart1"/>
    <dgm:cxn modelId="{241DE153-31F9-4552-8227-6021A05D026A}" type="presParOf" srcId="{CDFDA8BF-5D81-435C-91F2-E111843E59C4}" destId="{A426DE83-58BB-49C4-9B2F-5534FA82F82E}" srcOrd="2" destOrd="0" presId="urn:microsoft.com/office/officeart/2005/8/layout/orgChart1"/>
    <dgm:cxn modelId="{D83A7CFF-6A90-4B82-9422-6B5002E271D0}" type="presParOf" srcId="{19E41CA3-3B76-4F10-B90D-24D6AD36BC64}" destId="{B990FC1F-9512-4930-820C-3DA2848220C0}" srcOrd="2" destOrd="0" presId="urn:microsoft.com/office/officeart/2005/8/layout/orgChart1"/>
    <dgm:cxn modelId="{6C8DCED1-8AFB-4C1D-9BBF-48DA49A0A130}" type="presParOf" srcId="{53C01094-38BD-4A89-8EE9-CE27132CB99A}" destId="{26B410CA-9DE8-4C5A-892D-FF4E8B3D3808}" srcOrd="2" destOrd="0" presId="urn:microsoft.com/office/officeart/2005/8/layout/orgChart1"/>
    <dgm:cxn modelId="{F113692D-292E-497B-A5DA-BA78151A2C5F}" type="presParOf" srcId="{53C01094-38BD-4A89-8EE9-CE27132CB99A}" destId="{889A3B5D-17CF-4107-8CA9-CD6EFE83DBFA}" srcOrd="3" destOrd="0" presId="urn:microsoft.com/office/officeart/2005/8/layout/orgChart1"/>
    <dgm:cxn modelId="{2EF31C56-2C9B-4F07-A2CC-5244B999A3B6}" type="presParOf" srcId="{889A3B5D-17CF-4107-8CA9-CD6EFE83DBFA}" destId="{C4C6C961-91F5-431A-8697-7A635D2D5E44}" srcOrd="0" destOrd="0" presId="urn:microsoft.com/office/officeart/2005/8/layout/orgChart1"/>
    <dgm:cxn modelId="{0E4A2CD1-AB80-426A-A13E-E62B6AD33344}" type="presParOf" srcId="{C4C6C961-91F5-431A-8697-7A635D2D5E44}" destId="{ACD9BF76-3F26-4EF5-ADFC-355EDCDAA128}" srcOrd="0" destOrd="0" presId="urn:microsoft.com/office/officeart/2005/8/layout/orgChart1"/>
    <dgm:cxn modelId="{802DE7C7-2FE9-4F0A-BA19-2E95DFBA929B}" type="presParOf" srcId="{C4C6C961-91F5-431A-8697-7A635D2D5E44}" destId="{0ACA1A34-1831-4EDA-B013-DAFA5D1439F2}" srcOrd="1" destOrd="0" presId="urn:microsoft.com/office/officeart/2005/8/layout/orgChart1"/>
    <dgm:cxn modelId="{BAA117FC-0E3D-4D2E-A6DC-1A64226C943F}" type="presParOf" srcId="{889A3B5D-17CF-4107-8CA9-CD6EFE83DBFA}" destId="{4C4A649D-000C-46F4-8E79-89CB1EFA0912}" srcOrd="1" destOrd="0" presId="urn:microsoft.com/office/officeart/2005/8/layout/orgChart1"/>
    <dgm:cxn modelId="{2B1DC5A4-1077-401F-B85B-D717BD7029D3}" type="presParOf" srcId="{4C4A649D-000C-46F4-8E79-89CB1EFA0912}" destId="{1B07E20B-0762-49B7-BFF5-2227209EEFB0}" srcOrd="0" destOrd="0" presId="urn:microsoft.com/office/officeart/2005/8/layout/orgChart1"/>
    <dgm:cxn modelId="{ECF7C9E6-405D-4A27-B055-F3CBBD4C8C73}" type="presParOf" srcId="{4C4A649D-000C-46F4-8E79-89CB1EFA0912}" destId="{22C09FB0-038F-4CA4-A145-F56924C84756}" srcOrd="1" destOrd="0" presId="urn:microsoft.com/office/officeart/2005/8/layout/orgChart1"/>
    <dgm:cxn modelId="{AD42BE73-9AAD-44B6-A7CF-3FF0AD86D78E}" type="presParOf" srcId="{22C09FB0-038F-4CA4-A145-F56924C84756}" destId="{57FD0AE6-A835-43D4-902A-8982D96D5B16}" srcOrd="0" destOrd="0" presId="urn:microsoft.com/office/officeart/2005/8/layout/orgChart1"/>
    <dgm:cxn modelId="{980D8648-B4F1-4413-A0AD-A52B79BDDEA2}" type="presParOf" srcId="{57FD0AE6-A835-43D4-902A-8982D96D5B16}" destId="{F6DDDFB0-9390-478F-B781-7D76F58C6079}" srcOrd="0" destOrd="0" presId="urn:microsoft.com/office/officeart/2005/8/layout/orgChart1"/>
    <dgm:cxn modelId="{69014E79-85CA-4269-B26E-0E24DCA582A2}" type="presParOf" srcId="{57FD0AE6-A835-43D4-902A-8982D96D5B16}" destId="{E4633DB0-AD93-4B54-9D21-2E7A80576BAC}" srcOrd="1" destOrd="0" presId="urn:microsoft.com/office/officeart/2005/8/layout/orgChart1"/>
    <dgm:cxn modelId="{D9E1E510-B1CB-4977-AD7F-998AF88B77BB}" type="presParOf" srcId="{22C09FB0-038F-4CA4-A145-F56924C84756}" destId="{68601E97-F0C5-439E-9C5C-C179DC7CC1A5}" srcOrd="1" destOrd="0" presId="urn:microsoft.com/office/officeart/2005/8/layout/orgChart1"/>
    <dgm:cxn modelId="{CDFA2AFC-E8F5-4E9C-8970-366F967AA670}" type="presParOf" srcId="{22C09FB0-038F-4CA4-A145-F56924C84756}" destId="{3D602CB6-F89B-4C0B-ACFA-5B8607E1C55C}" srcOrd="2" destOrd="0" presId="urn:microsoft.com/office/officeart/2005/8/layout/orgChart1"/>
    <dgm:cxn modelId="{F613C6A5-86C8-499B-9BFA-45E2578B5844}" type="presParOf" srcId="{889A3B5D-17CF-4107-8CA9-CD6EFE83DBFA}" destId="{76402971-1AAF-4B91-8589-FCE0BE151727}" srcOrd="2" destOrd="0" presId="urn:microsoft.com/office/officeart/2005/8/layout/orgChart1"/>
    <dgm:cxn modelId="{908B1B73-F722-40E0-A5F6-5F5BA6359E53}" type="presParOf" srcId="{773BABA5-D595-485E-B734-1E04AEEC993A}" destId="{450AF737-9ACE-4651-8AF2-0FF4FA259940}" srcOrd="2" destOrd="0" presId="urn:microsoft.com/office/officeart/2005/8/layout/orgChart1"/>
    <dgm:cxn modelId="{596372D3-C2E3-4877-BB80-CAE2BF976C30}" type="presParOf" srcId="{856B4492-BE86-49A3-8777-271DE2B1F158}" destId="{FE9F99CE-15BC-4CFE-AFDF-BDF0B9398A03}" srcOrd="6" destOrd="0" presId="urn:microsoft.com/office/officeart/2005/8/layout/orgChart1"/>
    <dgm:cxn modelId="{DBD82B1F-80B0-45EC-983B-31C2B54CA1F7}" type="presParOf" srcId="{856B4492-BE86-49A3-8777-271DE2B1F158}" destId="{6166A6CF-E38E-4DF3-A513-B9B5F04C1C45}" srcOrd="7" destOrd="0" presId="urn:microsoft.com/office/officeart/2005/8/layout/orgChart1"/>
    <dgm:cxn modelId="{D2EDBCA4-0266-4D48-8343-0E79614C0781}" type="presParOf" srcId="{6166A6CF-E38E-4DF3-A513-B9B5F04C1C45}" destId="{C840405F-8D8D-4EBB-BCA0-B4136D0C43B5}" srcOrd="0" destOrd="0" presId="urn:microsoft.com/office/officeart/2005/8/layout/orgChart1"/>
    <dgm:cxn modelId="{87313969-6524-48A4-B8BC-AF09243C725F}" type="presParOf" srcId="{C840405F-8D8D-4EBB-BCA0-B4136D0C43B5}" destId="{37FA2B19-4C85-4EA1-8E4E-9A293D973515}" srcOrd="0" destOrd="0" presId="urn:microsoft.com/office/officeart/2005/8/layout/orgChart1"/>
    <dgm:cxn modelId="{32C922A8-597C-4F30-8DF5-423E5EF824AD}" type="presParOf" srcId="{C840405F-8D8D-4EBB-BCA0-B4136D0C43B5}" destId="{F59513F4-8255-4D25-9AA9-8257FE1A3862}" srcOrd="1" destOrd="0" presId="urn:microsoft.com/office/officeart/2005/8/layout/orgChart1"/>
    <dgm:cxn modelId="{85872FAC-C5E4-48DC-B153-EF268B12A88A}" type="presParOf" srcId="{6166A6CF-E38E-4DF3-A513-B9B5F04C1C45}" destId="{28AFB4BF-1B0A-438C-9CD1-DE56F19789DD}" srcOrd="1" destOrd="0" presId="urn:microsoft.com/office/officeart/2005/8/layout/orgChart1"/>
    <dgm:cxn modelId="{8311C1D3-2752-4C38-B84C-2BFE5D95FACC}" type="presParOf" srcId="{6166A6CF-E38E-4DF3-A513-B9B5F04C1C45}" destId="{C01C2AB1-F15A-460F-9C63-52470A47CE1D}" srcOrd="2" destOrd="0" presId="urn:microsoft.com/office/officeart/2005/8/layout/orgChart1"/>
    <dgm:cxn modelId="{577F7CF1-4548-4545-98F8-F809BFDD29CC}" type="presParOf" srcId="{856B4492-BE86-49A3-8777-271DE2B1F158}" destId="{093373E0-605B-4315-8C6D-C441D4AAC12E}" srcOrd="8" destOrd="0" presId="urn:microsoft.com/office/officeart/2005/8/layout/orgChart1"/>
    <dgm:cxn modelId="{956625C3-E8CC-4990-B918-7F98D904FB34}" type="presParOf" srcId="{856B4492-BE86-49A3-8777-271DE2B1F158}" destId="{98963B51-8219-4474-8913-DA41341C0F86}" srcOrd="9" destOrd="0" presId="urn:microsoft.com/office/officeart/2005/8/layout/orgChart1"/>
    <dgm:cxn modelId="{B09358B4-5CBC-415B-8F18-6E204389669B}" type="presParOf" srcId="{98963B51-8219-4474-8913-DA41341C0F86}" destId="{2C76B008-79C3-4F20-9C96-3CD6902C7827}" srcOrd="0" destOrd="0" presId="urn:microsoft.com/office/officeart/2005/8/layout/orgChart1"/>
    <dgm:cxn modelId="{067AC19A-C12D-41C7-95A6-4C7A200F797A}" type="presParOf" srcId="{2C76B008-79C3-4F20-9C96-3CD6902C7827}" destId="{61867E92-E8F2-4D12-9C18-0E9E2A9630DE}" srcOrd="0" destOrd="0" presId="urn:microsoft.com/office/officeart/2005/8/layout/orgChart1"/>
    <dgm:cxn modelId="{224AEA95-0DC7-446E-B94B-ACEA695E536E}" type="presParOf" srcId="{2C76B008-79C3-4F20-9C96-3CD6902C7827}" destId="{077579C2-E581-40FF-9F36-29C006AAED2F}" srcOrd="1" destOrd="0" presId="urn:microsoft.com/office/officeart/2005/8/layout/orgChart1"/>
    <dgm:cxn modelId="{C9587852-7C99-4F78-AEA0-653D063ED0C7}" type="presParOf" srcId="{98963B51-8219-4474-8913-DA41341C0F86}" destId="{A6D58D63-E590-4CA8-B4BE-DF00223B779F}" srcOrd="1" destOrd="0" presId="urn:microsoft.com/office/officeart/2005/8/layout/orgChart1"/>
    <dgm:cxn modelId="{A6027DF9-9052-4683-A589-FB32574F84F0}" type="presParOf" srcId="{A6D58D63-E590-4CA8-B4BE-DF00223B779F}" destId="{2D037C26-4F2C-4CE3-BF71-B970201E8A00}" srcOrd="0" destOrd="0" presId="urn:microsoft.com/office/officeart/2005/8/layout/orgChart1"/>
    <dgm:cxn modelId="{6CA72CB7-5F52-47B6-9FF4-37FC9575C045}" type="presParOf" srcId="{A6D58D63-E590-4CA8-B4BE-DF00223B779F}" destId="{10506BA5-A3EC-4345-BCA6-C68FCA171BB8}" srcOrd="1" destOrd="0" presId="urn:microsoft.com/office/officeart/2005/8/layout/orgChart1"/>
    <dgm:cxn modelId="{B71AF84E-17C8-4CFD-A62B-3FDA57FAD763}" type="presParOf" srcId="{10506BA5-A3EC-4345-BCA6-C68FCA171BB8}" destId="{4D940D52-28CE-45AB-80EA-2A7CAC641CB1}" srcOrd="0" destOrd="0" presId="urn:microsoft.com/office/officeart/2005/8/layout/orgChart1"/>
    <dgm:cxn modelId="{5CF5D10E-CECD-4D70-8306-4CDE502A584D}" type="presParOf" srcId="{4D940D52-28CE-45AB-80EA-2A7CAC641CB1}" destId="{7D6DA3B7-65F5-403B-AF93-E02B41C9ECF8}" srcOrd="0" destOrd="0" presId="urn:microsoft.com/office/officeart/2005/8/layout/orgChart1"/>
    <dgm:cxn modelId="{0F3E408B-C81A-4094-8CF9-8909CED3AB7F}" type="presParOf" srcId="{4D940D52-28CE-45AB-80EA-2A7CAC641CB1}" destId="{4FFC52A9-3FED-4ECB-B908-A4AF9B014F8F}" srcOrd="1" destOrd="0" presId="urn:microsoft.com/office/officeart/2005/8/layout/orgChart1"/>
    <dgm:cxn modelId="{E32F7E02-BF0E-42ED-AD87-EA2C90CF1B95}" type="presParOf" srcId="{10506BA5-A3EC-4345-BCA6-C68FCA171BB8}" destId="{E967729E-7F09-41DF-ABCC-7CA194E75C7C}" srcOrd="1" destOrd="0" presId="urn:microsoft.com/office/officeart/2005/8/layout/orgChart1"/>
    <dgm:cxn modelId="{CCEE1FEA-EABB-42E2-8528-0E6A263A97EE}" type="presParOf" srcId="{E967729E-7F09-41DF-ABCC-7CA194E75C7C}" destId="{B2E6F288-BF78-47D8-9A58-826A070B972D}" srcOrd="0" destOrd="0" presId="urn:microsoft.com/office/officeart/2005/8/layout/orgChart1"/>
    <dgm:cxn modelId="{733A12A0-7E98-46EC-ADDE-C7C8C5F62B05}" type="presParOf" srcId="{E967729E-7F09-41DF-ABCC-7CA194E75C7C}" destId="{06F210EA-539D-442E-BA45-15879FB5D19B}" srcOrd="1" destOrd="0" presId="urn:microsoft.com/office/officeart/2005/8/layout/orgChart1"/>
    <dgm:cxn modelId="{90818F12-F729-46E1-8F6B-CF4861EE653C}" type="presParOf" srcId="{06F210EA-539D-442E-BA45-15879FB5D19B}" destId="{C612F91A-4BE2-4C3A-B48D-E78537CDF65C}" srcOrd="0" destOrd="0" presId="urn:microsoft.com/office/officeart/2005/8/layout/orgChart1"/>
    <dgm:cxn modelId="{21679709-CE6D-4FCE-A04A-A80BAD18FD70}" type="presParOf" srcId="{C612F91A-4BE2-4C3A-B48D-E78537CDF65C}" destId="{3C6D6224-4FAC-4451-85E5-A7E2A098EFBB}" srcOrd="0" destOrd="0" presId="urn:microsoft.com/office/officeart/2005/8/layout/orgChart1"/>
    <dgm:cxn modelId="{EE376CCE-3329-4BEF-8202-652CC6B4B318}" type="presParOf" srcId="{C612F91A-4BE2-4C3A-B48D-E78537CDF65C}" destId="{FDB6B63E-A8EC-4FC6-91A8-BBCA4DEF9EA9}" srcOrd="1" destOrd="0" presId="urn:microsoft.com/office/officeart/2005/8/layout/orgChart1"/>
    <dgm:cxn modelId="{D14DAD29-2D7B-4B47-8F93-3688594A1A7A}" type="presParOf" srcId="{06F210EA-539D-442E-BA45-15879FB5D19B}" destId="{B7204F1E-FB41-4207-BB37-214518444C6E}" srcOrd="1" destOrd="0" presId="urn:microsoft.com/office/officeart/2005/8/layout/orgChart1"/>
    <dgm:cxn modelId="{2563C481-D68A-418D-8E9F-5FA791A3FD3D}" type="presParOf" srcId="{06F210EA-539D-442E-BA45-15879FB5D19B}" destId="{B25A5384-2442-42E4-866D-737685C651CA}" srcOrd="2" destOrd="0" presId="urn:microsoft.com/office/officeart/2005/8/layout/orgChart1"/>
    <dgm:cxn modelId="{1B169718-FB98-4031-A39A-11A4B309A346}" type="presParOf" srcId="{10506BA5-A3EC-4345-BCA6-C68FCA171BB8}" destId="{88F79563-0B18-4389-9E71-F4464440350F}" srcOrd="2" destOrd="0" presId="urn:microsoft.com/office/officeart/2005/8/layout/orgChart1"/>
    <dgm:cxn modelId="{843841D9-8B09-4DD4-8534-7E4D6B7CF0E6}" type="presParOf" srcId="{A6D58D63-E590-4CA8-B4BE-DF00223B779F}" destId="{28B540E0-8ACF-4E84-AAC3-B5A53648DE3B}" srcOrd="2" destOrd="0" presId="urn:microsoft.com/office/officeart/2005/8/layout/orgChart1"/>
    <dgm:cxn modelId="{DE33C6D3-D768-459B-9BC5-CBA8B577243E}" type="presParOf" srcId="{A6D58D63-E590-4CA8-B4BE-DF00223B779F}" destId="{CCE4F17D-7A08-42CF-8593-D7A14A3FD5EC}" srcOrd="3" destOrd="0" presId="urn:microsoft.com/office/officeart/2005/8/layout/orgChart1"/>
    <dgm:cxn modelId="{0B706993-1786-4F61-87FB-0BA2453A4999}" type="presParOf" srcId="{CCE4F17D-7A08-42CF-8593-D7A14A3FD5EC}" destId="{801D1677-35AB-4251-B5A7-1BA28D86224D}" srcOrd="0" destOrd="0" presId="urn:microsoft.com/office/officeart/2005/8/layout/orgChart1"/>
    <dgm:cxn modelId="{96C8AAD5-2736-4B4D-B856-8EA33B2532AB}" type="presParOf" srcId="{801D1677-35AB-4251-B5A7-1BA28D86224D}" destId="{D5D727B1-0A8B-43CE-AEBD-5A2F19515012}" srcOrd="0" destOrd="0" presId="urn:microsoft.com/office/officeart/2005/8/layout/orgChart1"/>
    <dgm:cxn modelId="{149040D3-E7EE-42A3-8019-DBE6FA6C74F5}" type="presParOf" srcId="{801D1677-35AB-4251-B5A7-1BA28D86224D}" destId="{1714C209-CADA-4F9D-A74A-4EE36AEB8F89}" srcOrd="1" destOrd="0" presId="urn:microsoft.com/office/officeart/2005/8/layout/orgChart1"/>
    <dgm:cxn modelId="{46908F04-43C1-4FE8-9EA3-E1394F476553}" type="presParOf" srcId="{CCE4F17D-7A08-42CF-8593-D7A14A3FD5EC}" destId="{F0CC18A2-7426-4A5A-A2D8-75D1AD8ABF4A}" srcOrd="1" destOrd="0" presId="urn:microsoft.com/office/officeart/2005/8/layout/orgChart1"/>
    <dgm:cxn modelId="{68E6A6EE-832E-4506-AB33-286BDD24E433}" type="presParOf" srcId="{F0CC18A2-7426-4A5A-A2D8-75D1AD8ABF4A}" destId="{0FDC9404-7BB5-4A89-9168-AEB8985F0AEC}" srcOrd="0" destOrd="0" presId="urn:microsoft.com/office/officeart/2005/8/layout/orgChart1"/>
    <dgm:cxn modelId="{7C41FF42-F6E8-45FA-8BF7-998D2771F4FF}" type="presParOf" srcId="{F0CC18A2-7426-4A5A-A2D8-75D1AD8ABF4A}" destId="{4EFAC724-250B-4DE2-8E6A-EF41E5EC6446}" srcOrd="1" destOrd="0" presId="urn:microsoft.com/office/officeart/2005/8/layout/orgChart1"/>
    <dgm:cxn modelId="{5CF6757D-8E9F-4ABA-B941-2B58C2977FC9}" type="presParOf" srcId="{4EFAC724-250B-4DE2-8E6A-EF41E5EC6446}" destId="{7C57F114-F515-4F06-86A5-9270704391E5}" srcOrd="0" destOrd="0" presId="urn:microsoft.com/office/officeart/2005/8/layout/orgChart1"/>
    <dgm:cxn modelId="{2E3D07F4-08A9-4950-AD68-268ACBC33DC4}" type="presParOf" srcId="{7C57F114-F515-4F06-86A5-9270704391E5}" destId="{858B93E0-C9BB-4504-9DAB-6EF7E7C5CA07}" srcOrd="0" destOrd="0" presId="urn:microsoft.com/office/officeart/2005/8/layout/orgChart1"/>
    <dgm:cxn modelId="{CA641921-4B3A-4572-A94A-76A8C64AB9D9}" type="presParOf" srcId="{7C57F114-F515-4F06-86A5-9270704391E5}" destId="{7CD73C01-BF94-4A20-961B-FEE8C801EC07}" srcOrd="1" destOrd="0" presId="urn:microsoft.com/office/officeart/2005/8/layout/orgChart1"/>
    <dgm:cxn modelId="{AEFA26B8-0363-4346-8E76-42A3C24112E7}" type="presParOf" srcId="{4EFAC724-250B-4DE2-8E6A-EF41E5EC6446}" destId="{46526A67-FA2A-46B6-98AF-B74076E4E9A1}" srcOrd="1" destOrd="0" presId="urn:microsoft.com/office/officeart/2005/8/layout/orgChart1"/>
    <dgm:cxn modelId="{E9668418-6D62-4EBD-BE70-233136EFBCDB}" type="presParOf" srcId="{4EFAC724-250B-4DE2-8E6A-EF41E5EC6446}" destId="{12589371-466D-4A7D-B2EE-3F2CCAE4723A}" srcOrd="2" destOrd="0" presId="urn:microsoft.com/office/officeart/2005/8/layout/orgChart1"/>
    <dgm:cxn modelId="{DB89E831-03AC-4C9E-A709-A91587AC5ACA}" type="presParOf" srcId="{CCE4F17D-7A08-42CF-8593-D7A14A3FD5EC}" destId="{2CB178A3-32DE-4E07-9CAE-A4A160F7AF10}" srcOrd="2" destOrd="0" presId="urn:microsoft.com/office/officeart/2005/8/layout/orgChart1"/>
    <dgm:cxn modelId="{23B6CE30-3FA5-44EC-AB7B-016FEFC6229F}" type="presParOf" srcId="{A6D58D63-E590-4CA8-B4BE-DF00223B779F}" destId="{D82C073B-1D10-49C2-9843-EB1BF962A57C}" srcOrd="4" destOrd="0" presId="urn:microsoft.com/office/officeart/2005/8/layout/orgChart1"/>
    <dgm:cxn modelId="{913E0217-64B9-40A9-B628-4210953A7597}" type="presParOf" srcId="{A6D58D63-E590-4CA8-B4BE-DF00223B779F}" destId="{FC7169AA-E8AB-4B04-8DC1-BCDBA3534665}" srcOrd="5" destOrd="0" presId="urn:microsoft.com/office/officeart/2005/8/layout/orgChart1"/>
    <dgm:cxn modelId="{D51E8882-A65F-49AE-B4EB-A7258D8B95E0}" type="presParOf" srcId="{FC7169AA-E8AB-4B04-8DC1-BCDBA3534665}" destId="{F46B71AA-4194-4161-A5CF-AB47B31AD895}" srcOrd="0" destOrd="0" presId="urn:microsoft.com/office/officeart/2005/8/layout/orgChart1"/>
    <dgm:cxn modelId="{F339A61B-49E8-4395-9E62-AA12958F05E0}" type="presParOf" srcId="{F46B71AA-4194-4161-A5CF-AB47B31AD895}" destId="{A6F97FC0-F446-4132-88D8-5393FB4DC051}" srcOrd="0" destOrd="0" presId="urn:microsoft.com/office/officeart/2005/8/layout/orgChart1"/>
    <dgm:cxn modelId="{68DE9FBB-192C-44FA-A43D-0073C18223FD}" type="presParOf" srcId="{F46B71AA-4194-4161-A5CF-AB47B31AD895}" destId="{597AB1ED-A9A6-4297-883A-4BD3949E203B}" srcOrd="1" destOrd="0" presId="urn:microsoft.com/office/officeart/2005/8/layout/orgChart1"/>
    <dgm:cxn modelId="{A18D24C7-14F3-4E24-88AD-0A17EA499F82}" type="presParOf" srcId="{FC7169AA-E8AB-4B04-8DC1-BCDBA3534665}" destId="{41346273-136E-4BEF-9B16-EDB03119CA25}" srcOrd="1" destOrd="0" presId="urn:microsoft.com/office/officeart/2005/8/layout/orgChart1"/>
    <dgm:cxn modelId="{C43B3D0B-765D-4D65-8C8A-E047BBAD2C81}" type="presParOf" srcId="{41346273-136E-4BEF-9B16-EDB03119CA25}" destId="{4F92FF0F-2A55-433B-A5D7-191CD67E3DA4}" srcOrd="0" destOrd="0" presId="urn:microsoft.com/office/officeart/2005/8/layout/orgChart1"/>
    <dgm:cxn modelId="{C0EEC349-14C8-4488-AF07-AAFA72DF4109}" type="presParOf" srcId="{41346273-136E-4BEF-9B16-EDB03119CA25}" destId="{17F566A4-8F38-4A3E-AD7E-8344D5EE5560}" srcOrd="1" destOrd="0" presId="urn:microsoft.com/office/officeart/2005/8/layout/orgChart1"/>
    <dgm:cxn modelId="{1E89444D-79B3-40C2-BEB4-779E42C3F44E}" type="presParOf" srcId="{17F566A4-8F38-4A3E-AD7E-8344D5EE5560}" destId="{A9ECD759-D40E-45D4-ABB1-D2BCA99DEDA6}" srcOrd="0" destOrd="0" presId="urn:microsoft.com/office/officeart/2005/8/layout/orgChart1"/>
    <dgm:cxn modelId="{B0B2472C-2E0C-45E8-8D35-641F91F566B2}" type="presParOf" srcId="{A9ECD759-D40E-45D4-ABB1-D2BCA99DEDA6}" destId="{C625A1EE-8DFD-40DD-B107-D665AD2BF564}" srcOrd="0" destOrd="0" presId="urn:microsoft.com/office/officeart/2005/8/layout/orgChart1"/>
    <dgm:cxn modelId="{28CBE920-8E18-4100-A144-17F0A60CC9F8}" type="presParOf" srcId="{A9ECD759-D40E-45D4-ABB1-D2BCA99DEDA6}" destId="{40F60B5D-41EC-46CC-BE44-2DE46057C665}" srcOrd="1" destOrd="0" presId="urn:microsoft.com/office/officeart/2005/8/layout/orgChart1"/>
    <dgm:cxn modelId="{1587ED95-8613-424A-9341-05AEABDDD4AD}" type="presParOf" srcId="{17F566A4-8F38-4A3E-AD7E-8344D5EE5560}" destId="{BFA7BB07-C1B2-42E6-BE04-D32C9E472E36}" srcOrd="1" destOrd="0" presId="urn:microsoft.com/office/officeart/2005/8/layout/orgChart1"/>
    <dgm:cxn modelId="{6E1DF416-C55A-49C6-ACDA-6296D0989264}" type="presParOf" srcId="{17F566A4-8F38-4A3E-AD7E-8344D5EE5560}" destId="{CDB96735-E30C-41E8-B7F9-BCA321D10055}" srcOrd="2" destOrd="0" presId="urn:microsoft.com/office/officeart/2005/8/layout/orgChart1"/>
    <dgm:cxn modelId="{628D13B2-DC95-4446-A350-8DDCEA904E1F}" type="presParOf" srcId="{FC7169AA-E8AB-4B04-8DC1-BCDBA3534665}" destId="{9C80C61C-6AFB-4BF6-BD21-C8A3BD42AF9D}" srcOrd="2" destOrd="0" presId="urn:microsoft.com/office/officeart/2005/8/layout/orgChart1"/>
    <dgm:cxn modelId="{4054B918-A2D9-4B3C-8394-06039B6510C6}" type="presParOf" srcId="{98963B51-8219-4474-8913-DA41341C0F86}" destId="{6CDC7EE7-BCD4-4134-8AAB-C28C37103981}" srcOrd="2" destOrd="0" presId="urn:microsoft.com/office/officeart/2005/8/layout/orgChart1"/>
    <dgm:cxn modelId="{5849CB4A-84D2-4164-A649-4CA17091F287}" type="presParOf" srcId="{856B4492-BE86-49A3-8777-271DE2B1F158}" destId="{D12F87A7-7AA9-4C4B-9CC8-894A4AEC82A7}" srcOrd="10" destOrd="0" presId="urn:microsoft.com/office/officeart/2005/8/layout/orgChart1"/>
    <dgm:cxn modelId="{B97AE15A-A455-4805-A5D5-6519D1BF1A8D}" type="presParOf" srcId="{856B4492-BE86-49A3-8777-271DE2B1F158}" destId="{D9224447-32D3-4E92-A12B-46D6EBB40F3C}" srcOrd="11" destOrd="0" presId="urn:microsoft.com/office/officeart/2005/8/layout/orgChart1"/>
    <dgm:cxn modelId="{82342012-8592-4B46-A9DE-9E63E2DC8ADC}" type="presParOf" srcId="{D9224447-32D3-4E92-A12B-46D6EBB40F3C}" destId="{C2B5D116-F4A1-4002-81BA-594E5BD890BC}" srcOrd="0" destOrd="0" presId="urn:microsoft.com/office/officeart/2005/8/layout/orgChart1"/>
    <dgm:cxn modelId="{300478D2-F02A-4A9A-BAE4-DC91E1BB8ED9}" type="presParOf" srcId="{C2B5D116-F4A1-4002-81BA-594E5BD890BC}" destId="{91936BE8-8AC7-49BC-9354-2FF54B0FB317}" srcOrd="0" destOrd="0" presId="urn:microsoft.com/office/officeart/2005/8/layout/orgChart1"/>
    <dgm:cxn modelId="{89A34C9A-D74C-47E3-B006-8A220F6F8320}" type="presParOf" srcId="{C2B5D116-F4A1-4002-81BA-594E5BD890BC}" destId="{1E29433F-BC02-4F4E-A2C7-DBEF04133696}" srcOrd="1" destOrd="0" presId="urn:microsoft.com/office/officeart/2005/8/layout/orgChart1"/>
    <dgm:cxn modelId="{F7051097-0445-4D90-B98F-9F458C255A34}" type="presParOf" srcId="{D9224447-32D3-4E92-A12B-46D6EBB40F3C}" destId="{A93D33DA-5618-410C-9DCF-A2CDC169BC96}" srcOrd="1" destOrd="0" presId="urn:microsoft.com/office/officeart/2005/8/layout/orgChart1"/>
    <dgm:cxn modelId="{482BB526-DB72-41DD-8D04-EA2443D598CC}" type="presParOf" srcId="{D9224447-32D3-4E92-A12B-46D6EBB40F3C}" destId="{53532A66-885B-45FC-A36B-C86DA5F11C8F}" srcOrd="2" destOrd="0" presId="urn:microsoft.com/office/officeart/2005/8/layout/orgChart1"/>
    <dgm:cxn modelId="{A402A104-1EED-43E8-B9B6-E369FD371791}" type="presParOf" srcId="{95B64F14-E7D9-4062-BCBA-72AA2926E2E8}" destId="{BB946754-1FBC-49C3-B5F5-C2D92F125AA7}" srcOrd="2" destOrd="0" presId="urn:microsoft.com/office/officeart/2005/8/layout/orgChart1"/>
    <dgm:cxn modelId="{7F8C2447-26A3-4BE5-BA46-FFF4B08124D4}" type="presParOf" srcId="{BB946754-1FBC-49C3-B5F5-C2D92F125AA7}" destId="{815C2AB6-853A-4F37-A0CD-B39D1A4FFEB2}" srcOrd="0" destOrd="0" presId="urn:microsoft.com/office/officeart/2005/8/layout/orgChart1"/>
    <dgm:cxn modelId="{8EACB351-140C-42C7-A398-158992DA528D}" type="presParOf" srcId="{BB946754-1FBC-49C3-B5F5-C2D92F125AA7}" destId="{0F16D451-616D-4E1C-AB14-1AD36C67EC67}" srcOrd="1" destOrd="0" presId="urn:microsoft.com/office/officeart/2005/8/layout/orgChart1"/>
    <dgm:cxn modelId="{4D92F7F0-BA82-464B-B5BE-60A575AE44BC}" type="presParOf" srcId="{0F16D451-616D-4E1C-AB14-1AD36C67EC67}" destId="{DAF0CF64-8FA6-47CC-9723-16CA0703E8B9}" srcOrd="0" destOrd="0" presId="urn:microsoft.com/office/officeart/2005/8/layout/orgChart1"/>
    <dgm:cxn modelId="{79A81963-D237-4789-AFDF-B53598BF65B3}" type="presParOf" srcId="{DAF0CF64-8FA6-47CC-9723-16CA0703E8B9}" destId="{48B4E166-97B0-4489-B517-F46B52097BB6}" srcOrd="0" destOrd="0" presId="urn:microsoft.com/office/officeart/2005/8/layout/orgChart1"/>
    <dgm:cxn modelId="{ACD5C719-13F5-4010-AA73-FE7A6B5FD241}" type="presParOf" srcId="{DAF0CF64-8FA6-47CC-9723-16CA0703E8B9}" destId="{83BD2544-90A5-4397-9E43-2FA416E670A5}" srcOrd="1" destOrd="0" presId="urn:microsoft.com/office/officeart/2005/8/layout/orgChart1"/>
    <dgm:cxn modelId="{6E334F28-4383-405D-B580-0720D2412709}" type="presParOf" srcId="{0F16D451-616D-4E1C-AB14-1AD36C67EC67}" destId="{FC148BF1-F9F9-40CA-BBA5-9C681B60C0A6}" srcOrd="1" destOrd="0" presId="urn:microsoft.com/office/officeart/2005/8/layout/orgChart1"/>
    <dgm:cxn modelId="{5F482479-FA77-4355-987B-BCC0759C7373}" type="presParOf" srcId="{0F16D451-616D-4E1C-AB14-1AD36C67EC67}" destId="{13EFDB60-3706-497F-A01D-2B39F22C672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8EC184-5183-4226-8629-B0F0E797AEC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BEC5EC7-42ED-4C0C-9529-49377A018868}">
      <dgm:prSet phldrT="[Text]" custT="1"/>
      <dgm:spPr/>
      <dgm:t>
        <a:bodyPr/>
        <a:lstStyle/>
        <a:p>
          <a:r>
            <a:rPr lang="en-IN" sz="900" b="1" dirty="0"/>
            <a:t>P.BANK &amp; TRAVEL </a:t>
          </a:r>
        </a:p>
        <a:p>
          <a:r>
            <a:rPr lang="en-IN" sz="900" b="1" dirty="0"/>
            <a:t>HARISH OBEROI</a:t>
          </a:r>
        </a:p>
        <a:p>
          <a:r>
            <a:rPr lang="en-IN" sz="900" b="1" dirty="0"/>
            <a:t>VP-BUSINESS HEAD</a:t>
          </a:r>
        </a:p>
      </dgm:t>
    </dgm:pt>
    <dgm:pt modelId="{4C61C75F-D517-47CC-BEBF-14A01F593C5B}" type="parTrans" cxnId="{CAB5A0B5-AAAB-4B98-9BCF-034570CACD39}">
      <dgm:prSet/>
      <dgm:spPr/>
      <dgm:t>
        <a:bodyPr/>
        <a:lstStyle/>
        <a:p>
          <a:endParaRPr lang="en-IN"/>
        </a:p>
      </dgm:t>
    </dgm:pt>
    <dgm:pt modelId="{755BA92A-D09F-4552-96A1-DA07318CAEF4}" type="sibTrans" cxnId="{CAB5A0B5-AAAB-4B98-9BCF-034570CACD39}">
      <dgm:prSet/>
      <dgm:spPr/>
      <dgm:t>
        <a:bodyPr/>
        <a:lstStyle/>
        <a:p>
          <a:endParaRPr lang="en-IN"/>
        </a:p>
      </dgm:t>
    </dgm:pt>
    <dgm:pt modelId="{3DF9F52D-090B-47EA-AB71-91CF9C46887C}" type="asst">
      <dgm:prSet phldrT="[Text]" custT="1"/>
      <dgm:spPr/>
      <dgm:t>
        <a:bodyPr/>
        <a:lstStyle/>
        <a:p>
          <a:r>
            <a:rPr lang="en-IN" sz="900" b="1" dirty="0"/>
            <a:t>2 IC- TO BE JOIN</a:t>
          </a:r>
        </a:p>
        <a:p>
          <a:endParaRPr lang="en-IN" sz="900" b="1" dirty="0"/>
        </a:p>
      </dgm:t>
    </dgm:pt>
    <dgm:pt modelId="{6D745090-9300-42F3-8419-ECB5263D3FE5}" type="parTrans" cxnId="{BDFBDD65-D785-4A75-9148-37ED956B21F9}">
      <dgm:prSet/>
      <dgm:spPr/>
      <dgm:t>
        <a:bodyPr/>
        <a:lstStyle/>
        <a:p>
          <a:endParaRPr lang="en-IN" sz="900" b="1"/>
        </a:p>
      </dgm:t>
    </dgm:pt>
    <dgm:pt modelId="{13E7E4BE-39AA-4642-AAEF-187CA9B8FA09}" type="sibTrans" cxnId="{BDFBDD65-D785-4A75-9148-37ED956B21F9}">
      <dgm:prSet/>
      <dgm:spPr/>
      <dgm:t>
        <a:bodyPr/>
        <a:lstStyle/>
        <a:p>
          <a:endParaRPr lang="en-IN"/>
        </a:p>
      </dgm:t>
    </dgm:pt>
    <dgm:pt modelId="{3E1DD7F1-C654-4316-A393-74E834C9EB1A}">
      <dgm:prSet phldrT="[Text]" custT="1"/>
      <dgm:spPr/>
      <dgm:t>
        <a:bodyPr/>
        <a:lstStyle/>
        <a:p>
          <a:r>
            <a:rPr lang="en-IN" sz="900" b="1" dirty="0"/>
            <a:t>OPS HEAD/NEW BUSINESS</a:t>
          </a:r>
        </a:p>
        <a:p>
          <a:r>
            <a:rPr lang="en-IN" sz="900" b="1" dirty="0"/>
            <a:t>AVISHANK MISHRA – </a:t>
          </a:r>
        </a:p>
        <a:p>
          <a:r>
            <a:rPr lang="en-IN" sz="900" b="1" dirty="0"/>
            <a:t>SR. MANAGER </a:t>
          </a:r>
        </a:p>
      </dgm:t>
    </dgm:pt>
    <dgm:pt modelId="{3569459C-694B-4E65-918C-963DD528D425}" type="parTrans" cxnId="{791DA274-35C8-4387-9CEC-F9234773FF77}">
      <dgm:prSet/>
      <dgm:spPr/>
      <dgm:t>
        <a:bodyPr/>
        <a:lstStyle/>
        <a:p>
          <a:endParaRPr lang="en-IN" sz="900" b="1"/>
        </a:p>
      </dgm:t>
    </dgm:pt>
    <dgm:pt modelId="{A455AB04-4628-46C2-A66B-6B975322C347}" type="sibTrans" cxnId="{791DA274-35C8-4387-9CEC-F9234773FF77}">
      <dgm:prSet/>
      <dgm:spPr/>
      <dgm:t>
        <a:bodyPr/>
        <a:lstStyle/>
        <a:p>
          <a:endParaRPr lang="en-IN"/>
        </a:p>
      </dgm:t>
    </dgm:pt>
    <dgm:pt modelId="{3EFD54C2-52B8-4E9B-9D71-6C44D2886FF2}">
      <dgm:prSet phldrT="[Text]" custT="1"/>
      <dgm:spPr/>
      <dgm:t>
        <a:bodyPr/>
        <a:lstStyle/>
        <a:p>
          <a:r>
            <a:rPr lang="en-IN" sz="900" b="1" dirty="0"/>
            <a:t>SALES HEAD</a:t>
          </a:r>
        </a:p>
        <a:p>
          <a:r>
            <a:rPr lang="en-IN" sz="900" b="1" dirty="0"/>
            <a:t>NAVEEN KUMAR-</a:t>
          </a:r>
        </a:p>
        <a:p>
          <a:r>
            <a:rPr lang="en-IN" sz="900" b="1" dirty="0"/>
            <a:t>SR. MANAGER</a:t>
          </a:r>
        </a:p>
      </dgm:t>
    </dgm:pt>
    <dgm:pt modelId="{250EB41F-F1DF-4B51-905D-033CA84FC668}" type="parTrans" cxnId="{8EA78804-B506-452A-A9B4-6D10ACEB0C6D}">
      <dgm:prSet/>
      <dgm:spPr/>
      <dgm:t>
        <a:bodyPr/>
        <a:lstStyle/>
        <a:p>
          <a:endParaRPr lang="en-IN" sz="900" b="1"/>
        </a:p>
      </dgm:t>
    </dgm:pt>
    <dgm:pt modelId="{EE4AB744-3032-474A-9459-E950DAB7B0E6}" type="sibTrans" cxnId="{8EA78804-B506-452A-A9B4-6D10ACEB0C6D}">
      <dgm:prSet/>
      <dgm:spPr/>
      <dgm:t>
        <a:bodyPr/>
        <a:lstStyle/>
        <a:p>
          <a:endParaRPr lang="en-IN"/>
        </a:p>
      </dgm:t>
    </dgm:pt>
    <dgm:pt modelId="{E3B4B92B-A775-446C-BCA3-0FEB22975E80}">
      <dgm:prSet phldrT="[Text]" custT="1"/>
      <dgm:spPr/>
      <dgm:t>
        <a:bodyPr/>
        <a:lstStyle/>
        <a:p>
          <a:r>
            <a:rPr lang="en-IN" sz="900" b="1" dirty="0"/>
            <a:t>PRODUCT MGR.</a:t>
          </a:r>
        </a:p>
        <a:p>
          <a:r>
            <a:rPr lang="en-IN" sz="900" b="1" dirty="0"/>
            <a:t>Anupam Singh</a:t>
          </a:r>
        </a:p>
      </dgm:t>
    </dgm:pt>
    <dgm:pt modelId="{5239FF59-963D-4450-AC07-F138D377E8AD}" type="parTrans" cxnId="{65796CF4-2F78-4DDD-A15A-5F9DE07D0665}">
      <dgm:prSet/>
      <dgm:spPr/>
      <dgm:t>
        <a:bodyPr/>
        <a:lstStyle/>
        <a:p>
          <a:endParaRPr lang="en-IN" sz="900" b="1"/>
        </a:p>
      </dgm:t>
    </dgm:pt>
    <dgm:pt modelId="{A238CD9D-733D-45D3-8C8F-D911EC4269E0}" type="sibTrans" cxnId="{65796CF4-2F78-4DDD-A15A-5F9DE07D0665}">
      <dgm:prSet/>
      <dgm:spPr/>
      <dgm:t>
        <a:bodyPr/>
        <a:lstStyle/>
        <a:p>
          <a:endParaRPr lang="en-IN"/>
        </a:p>
      </dgm:t>
    </dgm:pt>
    <dgm:pt modelId="{72E73970-A1AA-41F0-BF3E-FBAE8AA2ABD1}">
      <dgm:prSet custT="1"/>
      <dgm:spPr/>
      <dgm:t>
        <a:bodyPr/>
        <a:lstStyle/>
        <a:p>
          <a:r>
            <a:rPr lang="en-IN" sz="900" b="1" dirty="0"/>
            <a:t>Payment-VLE/Vendor</a:t>
          </a:r>
        </a:p>
        <a:p>
          <a:r>
            <a:rPr lang="en-IN" sz="900" b="1" dirty="0"/>
            <a:t>Abdul Karim</a:t>
          </a:r>
        </a:p>
        <a:p>
          <a:r>
            <a:rPr lang="en-IN" sz="900" b="1" dirty="0"/>
            <a:t>Asst Mgr.</a:t>
          </a:r>
        </a:p>
      </dgm:t>
    </dgm:pt>
    <dgm:pt modelId="{2CC84D59-0E21-416C-B566-8E4EB45CDE7B}" type="parTrans" cxnId="{27BA97C6-95B9-440E-B133-B8D8A4CD7C4A}">
      <dgm:prSet/>
      <dgm:spPr/>
      <dgm:t>
        <a:bodyPr/>
        <a:lstStyle/>
        <a:p>
          <a:endParaRPr lang="en-IN" sz="900" b="1"/>
        </a:p>
      </dgm:t>
    </dgm:pt>
    <dgm:pt modelId="{589C26AF-A149-475C-B9C5-4D4942B4A528}" type="sibTrans" cxnId="{27BA97C6-95B9-440E-B133-B8D8A4CD7C4A}">
      <dgm:prSet/>
      <dgm:spPr/>
      <dgm:t>
        <a:bodyPr/>
        <a:lstStyle/>
        <a:p>
          <a:endParaRPr lang="en-IN"/>
        </a:p>
      </dgm:t>
    </dgm:pt>
    <dgm:pt modelId="{22B2656C-7DA6-4AD8-8973-8F43611AF056}">
      <dgm:prSet custT="1"/>
      <dgm:spPr/>
      <dgm:t>
        <a:bodyPr/>
        <a:lstStyle/>
        <a:p>
          <a:r>
            <a:rPr lang="en-IN" sz="900" b="1" dirty="0"/>
            <a:t>BC/BF </a:t>
          </a:r>
          <a:r>
            <a:rPr lang="en-IN" sz="900" b="1" dirty="0" err="1"/>
            <a:t>Mgmt</a:t>
          </a:r>
          <a:endParaRPr lang="en-IN" sz="900" b="1" dirty="0"/>
        </a:p>
        <a:p>
          <a:r>
            <a:rPr lang="en-IN" sz="900" b="1" dirty="0"/>
            <a:t>SHIVANG</a:t>
          </a:r>
        </a:p>
        <a:p>
          <a:r>
            <a:rPr lang="en-IN" sz="900" b="1" dirty="0"/>
            <a:t>MGR.</a:t>
          </a:r>
        </a:p>
      </dgm:t>
    </dgm:pt>
    <dgm:pt modelId="{E8D9E071-FF04-430A-8881-682CA6D64491}" type="parTrans" cxnId="{4B9BCEA9-C722-4ECC-BE81-1901BA83538B}">
      <dgm:prSet/>
      <dgm:spPr/>
      <dgm:t>
        <a:bodyPr/>
        <a:lstStyle/>
        <a:p>
          <a:endParaRPr lang="en-IN" sz="900" b="1"/>
        </a:p>
      </dgm:t>
    </dgm:pt>
    <dgm:pt modelId="{3EFD1B98-91C1-4295-975C-DA539374AB62}" type="sibTrans" cxnId="{4B9BCEA9-C722-4ECC-BE81-1901BA83538B}">
      <dgm:prSet/>
      <dgm:spPr/>
      <dgm:t>
        <a:bodyPr/>
        <a:lstStyle/>
        <a:p>
          <a:endParaRPr lang="en-IN"/>
        </a:p>
      </dgm:t>
    </dgm:pt>
    <dgm:pt modelId="{1E2AF7A0-8844-4ADF-ADCC-57727C9D21F6}">
      <dgm:prSet custT="1"/>
      <dgm:spPr/>
      <dgm:t>
        <a:bodyPr/>
        <a:lstStyle/>
        <a:p>
          <a:r>
            <a:rPr lang="en-IN" sz="900" b="1" dirty="0"/>
            <a:t>MIS MGMT.</a:t>
          </a:r>
        </a:p>
        <a:p>
          <a:r>
            <a:rPr lang="en-IN" sz="900" b="1" dirty="0"/>
            <a:t>Abhishek Singh Negi</a:t>
          </a:r>
        </a:p>
        <a:p>
          <a:r>
            <a:rPr lang="en-IN" sz="900" b="1" dirty="0"/>
            <a:t>Sr. Exe.</a:t>
          </a:r>
        </a:p>
      </dgm:t>
    </dgm:pt>
    <dgm:pt modelId="{9516FD18-66CB-415A-8DD5-995358BEE230}" type="parTrans" cxnId="{98301D10-98B5-48F9-B2CB-46974D0063C4}">
      <dgm:prSet/>
      <dgm:spPr/>
      <dgm:t>
        <a:bodyPr/>
        <a:lstStyle/>
        <a:p>
          <a:endParaRPr lang="en-IN" sz="900" b="1"/>
        </a:p>
      </dgm:t>
    </dgm:pt>
    <dgm:pt modelId="{0A9E976F-4127-4C08-839D-0FAABBDF1631}" type="sibTrans" cxnId="{98301D10-98B5-48F9-B2CB-46974D0063C4}">
      <dgm:prSet/>
      <dgm:spPr/>
      <dgm:t>
        <a:bodyPr/>
        <a:lstStyle/>
        <a:p>
          <a:endParaRPr lang="en-IN"/>
        </a:p>
      </dgm:t>
    </dgm:pt>
    <dgm:pt modelId="{BAB8CC91-CAA0-4D59-A45B-CCCDD0DFB7C3}">
      <dgm:prSet custT="1"/>
      <dgm:spPr/>
      <dgm:t>
        <a:bodyPr/>
        <a:lstStyle/>
        <a:p>
          <a:r>
            <a:rPr lang="en-IN" sz="900" b="1" dirty="0"/>
            <a:t>Ashish Tagra</a:t>
          </a:r>
        </a:p>
        <a:p>
          <a:r>
            <a:rPr lang="en-IN" sz="900" b="1" dirty="0"/>
            <a:t>Manager</a:t>
          </a:r>
        </a:p>
      </dgm:t>
    </dgm:pt>
    <dgm:pt modelId="{9EEC67A2-A131-4ACB-A951-58682104DA46}" type="parTrans" cxnId="{6BA0B729-FE76-46A9-BB03-D250B1A8CB8F}">
      <dgm:prSet/>
      <dgm:spPr/>
      <dgm:t>
        <a:bodyPr/>
        <a:lstStyle/>
        <a:p>
          <a:endParaRPr lang="en-IN" sz="900" b="1"/>
        </a:p>
      </dgm:t>
    </dgm:pt>
    <dgm:pt modelId="{ED9964B3-F534-4773-914A-5625B454A09B}" type="sibTrans" cxnId="{6BA0B729-FE76-46A9-BB03-D250B1A8CB8F}">
      <dgm:prSet/>
      <dgm:spPr/>
      <dgm:t>
        <a:bodyPr/>
        <a:lstStyle/>
        <a:p>
          <a:endParaRPr lang="en-IN"/>
        </a:p>
      </dgm:t>
    </dgm:pt>
    <dgm:pt modelId="{8C31D71E-DC15-4B60-A584-14D527124F05}">
      <dgm:prSet custT="1"/>
      <dgm:spPr/>
      <dgm:t>
        <a:bodyPr/>
        <a:lstStyle/>
        <a:p>
          <a:r>
            <a:rPr lang="en-IN" sz="900" b="1" dirty="0"/>
            <a:t>Shiv Kumar</a:t>
          </a:r>
        </a:p>
        <a:p>
          <a:r>
            <a:rPr lang="en-IN" sz="900" b="1" dirty="0"/>
            <a:t>Executive</a:t>
          </a:r>
        </a:p>
      </dgm:t>
    </dgm:pt>
    <dgm:pt modelId="{D56B0281-007C-4651-B402-1074A8070BD7}" type="parTrans" cxnId="{B84C190B-A115-4B17-A5C3-6DFFFA89EA17}">
      <dgm:prSet/>
      <dgm:spPr/>
      <dgm:t>
        <a:bodyPr/>
        <a:lstStyle/>
        <a:p>
          <a:endParaRPr lang="en-IN" sz="900" b="1"/>
        </a:p>
      </dgm:t>
    </dgm:pt>
    <dgm:pt modelId="{16730176-E381-421E-97FC-4FF0D6ED2E7A}" type="sibTrans" cxnId="{B84C190B-A115-4B17-A5C3-6DFFFA89EA17}">
      <dgm:prSet/>
      <dgm:spPr/>
      <dgm:t>
        <a:bodyPr/>
        <a:lstStyle/>
        <a:p>
          <a:endParaRPr lang="en-IN"/>
        </a:p>
      </dgm:t>
    </dgm:pt>
    <dgm:pt modelId="{206C0DC6-60EF-49D0-AB61-5620D1BBE145}">
      <dgm:prSet custT="1"/>
      <dgm:spPr/>
      <dgm:t>
        <a:bodyPr/>
        <a:lstStyle/>
        <a:p>
          <a:r>
            <a:rPr lang="en-IN" sz="900" b="1" dirty="0"/>
            <a:t>Gaurav Sharma</a:t>
          </a:r>
        </a:p>
        <a:p>
          <a:r>
            <a:rPr lang="en-IN" sz="900" b="1" dirty="0"/>
            <a:t>Sr. Exe</a:t>
          </a:r>
        </a:p>
        <a:p>
          <a:r>
            <a:rPr lang="en-IN" sz="900" b="1" dirty="0"/>
            <a:t>(TECH/OPS)</a:t>
          </a:r>
        </a:p>
      </dgm:t>
    </dgm:pt>
    <dgm:pt modelId="{7074BA1E-DFEF-4733-812B-EAA7E950537D}" type="parTrans" cxnId="{4B4DFC19-822E-4566-BBFA-9D563D1183F4}">
      <dgm:prSet/>
      <dgm:spPr/>
      <dgm:t>
        <a:bodyPr/>
        <a:lstStyle/>
        <a:p>
          <a:endParaRPr lang="en-IN" sz="900" b="1"/>
        </a:p>
      </dgm:t>
    </dgm:pt>
    <dgm:pt modelId="{7A0823D6-3F9A-4D7D-97BE-A639020C3771}" type="sibTrans" cxnId="{4B4DFC19-822E-4566-BBFA-9D563D1183F4}">
      <dgm:prSet/>
      <dgm:spPr/>
      <dgm:t>
        <a:bodyPr/>
        <a:lstStyle/>
        <a:p>
          <a:endParaRPr lang="en-IN"/>
        </a:p>
      </dgm:t>
    </dgm:pt>
    <dgm:pt modelId="{0380B4E8-0CE9-45B6-94A5-EA71938643E7}">
      <dgm:prSet custT="1"/>
      <dgm:spPr/>
      <dgm:t>
        <a:bodyPr/>
        <a:lstStyle/>
        <a:p>
          <a:r>
            <a:rPr lang="en-IN" sz="900" b="1" dirty="0"/>
            <a:t>NAVEEN CHANDRA</a:t>
          </a:r>
        </a:p>
        <a:p>
          <a:r>
            <a:rPr lang="en-IN" sz="900" b="1" dirty="0"/>
            <a:t>Sr. Exe.</a:t>
          </a:r>
        </a:p>
      </dgm:t>
    </dgm:pt>
    <dgm:pt modelId="{F216B8E2-DDAE-4C3C-B78A-DB6958232D84}" type="parTrans" cxnId="{D919DF26-F0AD-4299-BF5E-A385C9E19ABC}">
      <dgm:prSet/>
      <dgm:spPr/>
      <dgm:t>
        <a:bodyPr/>
        <a:lstStyle/>
        <a:p>
          <a:endParaRPr lang="en-IN" sz="900" b="1"/>
        </a:p>
      </dgm:t>
    </dgm:pt>
    <dgm:pt modelId="{A568AA34-A736-4933-9B6A-F007D2EDFDF8}" type="sibTrans" cxnId="{D919DF26-F0AD-4299-BF5E-A385C9E19ABC}">
      <dgm:prSet/>
      <dgm:spPr/>
      <dgm:t>
        <a:bodyPr/>
        <a:lstStyle/>
        <a:p>
          <a:endParaRPr lang="en-IN"/>
        </a:p>
      </dgm:t>
    </dgm:pt>
    <dgm:pt modelId="{02F743CC-0452-4D99-A883-0E691DF84945}">
      <dgm:prSet custT="1"/>
      <dgm:spPr/>
      <dgm:t>
        <a:bodyPr/>
        <a:lstStyle/>
        <a:p>
          <a:r>
            <a:rPr lang="en-IN" sz="900" b="1" u="sng" dirty="0" err="1"/>
            <a:t>Fastag</a:t>
          </a:r>
          <a:r>
            <a:rPr lang="en-IN" sz="900" b="1" u="sng" dirty="0"/>
            <a:t> &amp; CIBIL</a:t>
          </a:r>
          <a:endParaRPr lang="en-IN" sz="900" b="1" dirty="0"/>
        </a:p>
        <a:p>
          <a:r>
            <a:rPr lang="en-IN" sz="900" b="1" dirty="0"/>
            <a:t>Raghav Mishra</a:t>
          </a:r>
        </a:p>
        <a:p>
          <a:r>
            <a:rPr lang="en-IN" sz="900" b="1" dirty="0"/>
            <a:t>Asst. Mgr.</a:t>
          </a:r>
        </a:p>
      </dgm:t>
    </dgm:pt>
    <dgm:pt modelId="{22411CAF-2EC9-43F6-A58C-3E5B383E75A7}" type="parTrans" cxnId="{92331AA8-59C1-49C1-8ED9-8FFA194FA858}">
      <dgm:prSet/>
      <dgm:spPr/>
      <dgm:t>
        <a:bodyPr/>
        <a:lstStyle/>
        <a:p>
          <a:endParaRPr lang="en-IN" sz="900" b="1"/>
        </a:p>
      </dgm:t>
    </dgm:pt>
    <dgm:pt modelId="{7F854D4E-905B-4FD5-B985-61C5F84AF7CD}" type="sibTrans" cxnId="{92331AA8-59C1-49C1-8ED9-8FFA194FA858}">
      <dgm:prSet/>
      <dgm:spPr/>
      <dgm:t>
        <a:bodyPr/>
        <a:lstStyle/>
        <a:p>
          <a:endParaRPr lang="en-IN"/>
        </a:p>
      </dgm:t>
    </dgm:pt>
    <dgm:pt modelId="{C8B5E7B5-A5F4-449A-9E37-07A831D874EE}">
      <dgm:prSet custT="1"/>
      <dgm:spPr/>
      <dgm:t>
        <a:bodyPr/>
        <a:lstStyle/>
        <a:p>
          <a:r>
            <a:rPr lang="en-IN" sz="900" b="1" u="sng" dirty="0" err="1"/>
            <a:t>Fastag</a:t>
          </a:r>
          <a:endParaRPr lang="en-IN" sz="900" b="1" u="sng" dirty="0"/>
        </a:p>
        <a:p>
          <a:r>
            <a:rPr lang="en-IN" sz="900" b="1" dirty="0"/>
            <a:t>VIPIN KUMAR</a:t>
          </a:r>
        </a:p>
        <a:p>
          <a:r>
            <a:rPr lang="en-IN" sz="900" b="1" dirty="0"/>
            <a:t>Executive</a:t>
          </a:r>
        </a:p>
      </dgm:t>
    </dgm:pt>
    <dgm:pt modelId="{980BF4DD-E023-4939-9596-BF32A5DE5907}" type="parTrans" cxnId="{5A6D8E71-830B-4D68-88C7-423CF8D0049F}">
      <dgm:prSet/>
      <dgm:spPr/>
      <dgm:t>
        <a:bodyPr/>
        <a:lstStyle/>
        <a:p>
          <a:endParaRPr lang="en-IN" sz="900" b="1"/>
        </a:p>
      </dgm:t>
    </dgm:pt>
    <dgm:pt modelId="{31DCE531-1B8C-4800-AF4C-DB2A625098F4}" type="sibTrans" cxnId="{5A6D8E71-830B-4D68-88C7-423CF8D0049F}">
      <dgm:prSet/>
      <dgm:spPr/>
      <dgm:t>
        <a:bodyPr/>
        <a:lstStyle/>
        <a:p>
          <a:endParaRPr lang="en-IN"/>
        </a:p>
      </dgm:t>
    </dgm:pt>
    <dgm:pt modelId="{98D70EF1-FE52-4CA8-A4B8-C680EB5794EF}">
      <dgm:prSet custT="1"/>
      <dgm:spPr/>
      <dgm:t>
        <a:bodyPr/>
        <a:lstStyle/>
        <a:p>
          <a:r>
            <a:rPr lang="en-IN" sz="900" b="1" u="sng" dirty="0" err="1"/>
            <a:t>Fastag</a:t>
          </a:r>
          <a:endParaRPr lang="en-IN" sz="900" b="1" u="sng" dirty="0"/>
        </a:p>
        <a:p>
          <a:r>
            <a:rPr lang="en-IN" sz="900" b="1" dirty="0"/>
            <a:t>SANDEEP KUMAR</a:t>
          </a:r>
        </a:p>
        <a:p>
          <a:r>
            <a:rPr lang="en-IN" sz="900" b="1" dirty="0"/>
            <a:t>Executive</a:t>
          </a:r>
        </a:p>
      </dgm:t>
    </dgm:pt>
    <dgm:pt modelId="{9DFE2AD5-8187-42D7-9FAC-839C290F3004}" type="parTrans" cxnId="{38980DCB-09C2-4D85-AA89-9AA4E7C61E3E}">
      <dgm:prSet/>
      <dgm:spPr/>
      <dgm:t>
        <a:bodyPr/>
        <a:lstStyle/>
        <a:p>
          <a:endParaRPr lang="en-IN" sz="900" b="1"/>
        </a:p>
      </dgm:t>
    </dgm:pt>
    <dgm:pt modelId="{E2BCA4F9-24EC-499B-A111-084173BE68AA}" type="sibTrans" cxnId="{38980DCB-09C2-4D85-AA89-9AA4E7C61E3E}">
      <dgm:prSet/>
      <dgm:spPr/>
      <dgm:t>
        <a:bodyPr/>
        <a:lstStyle/>
        <a:p>
          <a:endParaRPr lang="en-IN"/>
        </a:p>
      </dgm:t>
    </dgm:pt>
    <dgm:pt modelId="{DD12EDEC-E63E-41A4-AA6A-765D03700F8D}">
      <dgm:prSet/>
      <dgm:spPr/>
      <dgm:t>
        <a:bodyPr/>
        <a:lstStyle/>
        <a:p>
          <a:r>
            <a:rPr lang="en-IN" b="1" dirty="0"/>
            <a:t>Marketing/Ops Job</a:t>
          </a:r>
        </a:p>
        <a:p>
          <a:r>
            <a:rPr lang="en-IN" b="1" dirty="0"/>
            <a:t>Nidhi Pal</a:t>
          </a:r>
        </a:p>
        <a:p>
          <a:r>
            <a:rPr lang="en-IN" b="1" dirty="0"/>
            <a:t>Asst. </a:t>
          </a:r>
          <a:r>
            <a:rPr lang="en-IN" b="1" dirty="0" err="1"/>
            <a:t>Mgr</a:t>
          </a:r>
          <a:endParaRPr lang="en-IN" dirty="0"/>
        </a:p>
      </dgm:t>
    </dgm:pt>
    <dgm:pt modelId="{8620CE3B-D9C4-43EB-B72C-490F5311F37C}" type="parTrans" cxnId="{B5996FB9-C0C4-43B1-B524-18369658E98A}">
      <dgm:prSet/>
      <dgm:spPr/>
      <dgm:t>
        <a:bodyPr/>
        <a:lstStyle/>
        <a:p>
          <a:endParaRPr lang="en-IN"/>
        </a:p>
      </dgm:t>
    </dgm:pt>
    <dgm:pt modelId="{ACED4561-C98E-491E-AC00-F36484EF5F99}" type="sibTrans" cxnId="{B5996FB9-C0C4-43B1-B524-18369658E98A}">
      <dgm:prSet/>
      <dgm:spPr/>
      <dgm:t>
        <a:bodyPr/>
        <a:lstStyle/>
        <a:p>
          <a:endParaRPr lang="en-IN"/>
        </a:p>
      </dgm:t>
    </dgm:pt>
    <dgm:pt modelId="{DAB387CE-DC70-4B27-90A5-9C90F18CC395}">
      <dgm:prSet/>
      <dgm:spPr/>
      <dgm:t>
        <a:bodyPr/>
        <a:lstStyle/>
        <a:p>
          <a:pPr>
            <a:buNone/>
          </a:pPr>
          <a:r>
            <a:rPr lang="en-IN" b="1" i="0" dirty="0"/>
            <a:t>Raj Kumar Pathak</a:t>
          </a:r>
        </a:p>
        <a:p>
          <a:r>
            <a:rPr lang="en-IN" b="1" dirty="0"/>
            <a:t>Asst. Mgr.</a:t>
          </a:r>
        </a:p>
      </dgm:t>
    </dgm:pt>
    <dgm:pt modelId="{2FA44269-0ADF-4761-85E4-F3AB20038E70}" type="parTrans" cxnId="{B46D4383-737C-479C-94E6-E2F7C81937B7}">
      <dgm:prSet/>
      <dgm:spPr/>
      <dgm:t>
        <a:bodyPr/>
        <a:lstStyle/>
        <a:p>
          <a:endParaRPr lang="en-IN"/>
        </a:p>
      </dgm:t>
    </dgm:pt>
    <dgm:pt modelId="{2CB3E76E-6F0E-49A0-B145-E6B2E6CEB1C7}" type="sibTrans" cxnId="{B46D4383-737C-479C-94E6-E2F7C81937B7}">
      <dgm:prSet/>
      <dgm:spPr/>
      <dgm:t>
        <a:bodyPr/>
        <a:lstStyle/>
        <a:p>
          <a:endParaRPr lang="en-IN"/>
        </a:p>
      </dgm:t>
    </dgm:pt>
    <dgm:pt modelId="{3341D47C-63A4-43F4-8086-889AFBF97907}">
      <dgm:prSet/>
      <dgm:spPr/>
      <dgm:t>
        <a:bodyPr/>
        <a:lstStyle/>
        <a:p>
          <a:r>
            <a:rPr lang="en-IN" b="1" i="0"/>
            <a:t>Saurabh Singh</a:t>
          </a:r>
          <a:endParaRPr lang="en-IN" b="1" i="0" dirty="0"/>
        </a:p>
        <a:p>
          <a:r>
            <a:rPr lang="en-IN" b="1" dirty="0"/>
            <a:t>Manager</a:t>
          </a:r>
        </a:p>
      </dgm:t>
    </dgm:pt>
    <dgm:pt modelId="{9358021C-7558-4755-8498-31E9BE8A7887}" type="parTrans" cxnId="{6C037601-A3C0-4E60-9418-8A6478A1D75E}">
      <dgm:prSet/>
      <dgm:spPr/>
      <dgm:t>
        <a:bodyPr/>
        <a:lstStyle/>
        <a:p>
          <a:endParaRPr lang="en-IN"/>
        </a:p>
      </dgm:t>
    </dgm:pt>
    <dgm:pt modelId="{9DAC6847-6534-4140-A195-C813ECE1A5F3}" type="sibTrans" cxnId="{6C037601-A3C0-4E60-9418-8A6478A1D75E}">
      <dgm:prSet/>
      <dgm:spPr/>
      <dgm:t>
        <a:bodyPr/>
        <a:lstStyle/>
        <a:p>
          <a:endParaRPr lang="en-IN"/>
        </a:p>
      </dgm:t>
    </dgm:pt>
    <dgm:pt modelId="{5DD9EA0B-FD4B-47EE-A5D8-00DB2032D056}">
      <dgm:prSet/>
      <dgm:spPr/>
      <dgm:t>
        <a:bodyPr/>
        <a:lstStyle/>
        <a:p>
          <a:pPr>
            <a:buNone/>
          </a:pPr>
          <a:r>
            <a:rPr lang="en-IN" b="1" i="0" dirty="0"/>
            <a:t>Kamlesh Singh</a:t>
          </a:r>
        </a:p>
        <a:p>
          <a:pPr>
            <a:buNone/>
          </a:pPr>
          <a:r>
            <a:rPr lang="en-IN" b="1" dirty="0"/>
            <a:t>Asst. Mgr.</a:t>
          </a:r>
        </a:p>
      </dgm:t>
    </dgm:pt>
    <dgm:pt modelId="{CBED35A4-698A-4704-8CCF-E730080757B8}" type="parTrans" cxnId="{B0A525F8-7C47-4A4F-B990-3CDF18C92A48}">
      <dgm:prSet/>
      <dgm:spPr/>
      <dgm:t>
        <a:bodyPr/>
        <a:lstStyle/>
        <a:p>
          <a:endParaRPr lang="en-IN"/>
        </a:p>
      </dgm:t>
    </dgm:pt>
    <dgm:pt modelId="{3F9B7AC9-70BC-4960-BEB0-9281E87A50F2}" type="sibTrans" cxnId="{B0A525F8-7C47-4A4F-B990-3CDF18C92A48}">
      <dgm:prSet/>
      <dgm:spPr/>
      <dgm:t>
        <a:bodyPr/>
        <a:lstStyle/>
        <a:p>
          <a:endParaRPr lang="en-IN"/>
        </a:p>
      </dgm:t>
    </dgm:pt>
    <dgm:pt modelId="{F2DBDA25-0885-4274-B725-A570848940E4}" type="pres">
      <dgm:prSet presAssocID="{F68EC184-5183-4226-8629-B0F0E797AEC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5B64F14-E7D9-4062-BCBA-72AA2926E2E8}" type="pres">
      <dgm:prSet presAssocID="{DBEC5EC7-42ED-4C0C-9529-49377A018868}" presName="hierRoot1" presStyleCnt="0">
        <dgm:presLayoutVars>
          <dgm:hierBranch val="init"/>
        </dgm:presLayoutVars>
      </dgm:prSet>
      <dgm:spPr/>
    </dgm:pt>
    <dgm:pt modelId="{E7650FBB-8DAB-48B0-A868-875F5AA90406}" type="pres">
      <dgm:prSet presAssocID="{DBEC5EC7-42ED-4C0C-9529-49377A018868}" presName="rootComposite1" presStyleCnt="0"/>
      <dgm:spPr/>
    </dgm:pt>
    <dgm:pt modelId="{0624A0DB-2A56-42B6-8AD8-DCCE55415E57}" type="pres">
      <dgm:prSet presAssocID="{DBEC5EC7-42ED-4C0C-9529-49377A018868}" presName="rootText1" presStyleLbl="node0" presStyleIdx="0" presStyleCnt="1" custLinFactNeighborX="-697" custLinFactNeighborY="-47718">
        <dgm:presLayoutVars>
          <dgm:chPref val="3"/>
        </dgm:presLayoutVars>
      </dgm:prSet>
      <dgm:spPr/>
    </dgm:pt>
    <dgm:pt modelId="{A41DF725-580C-4CC9-90E6-AA1AB643BAAE}" type="pres">
      <dgm:prSet presAssocID="{DBEC5EC7-42ED-4C0C-9529-49377A018868}" presName="rootConnector1" presStyleLbl="node1" presStyleIdx="0" presStyleCnt="0"/>
      <dgm:spPr/>
    </dgm:pt>
    <dgm:pt modelId="{856B4492-BE86-49A3-8777-271DE2B1F158}" type="pres">
      <dgm:prSet presAssocID="{DBEC5EC7-42ED-4C0C-9529-49377A018868}" presName="hierChild2" presStyleCnt="0"/>
      <dgm:spPr/>
    </dgm:pt>
    <dgm:pt modelId="{14BBD1A2-0817-4CE7-9C53-40F9089D22E0}" type="pres">
      <dgm:prSet presAssocID="{3569459C-694B-4E65-918C-963DD528D425}" presName="Name37" presStyleLbl="parChTrans1D2" presStyleIdx="0" presStyleCnt="5"/>
      <dgm:spPr/>
    </dgm:pt>
    <dgm:pt modelId="{B0FF0772-EED4-4B41-8509-7CFA6A7FE8B3}" type="pres">
      <dgm:prSet presAssocID="{3E1DD7F1-C654-4316-A393-74E834C9EB1A}" presName="hierRoot2" presStyleCnt="0">
        <dgm:presLayoutVars>
          <dgm:hierBranch val="init"/>
        </dgm:presLayoutVars>
      </dgm:prSet>
      <dgm:spPr/>
    </dgm:pt>
    <dgm:pt modelId="{80E43AA5-5FDE-4503-9B62-501A331363DF}" type="pres">
      <dgm:prSet presAssocID="{3E1DD7F1-C654-4316-A393-74E834C9EB1A}" presName="rootComposite" presStyleCnt="0"/>
      <dgm:spPr/>
    </dgm:pt>
    <dgm:pt modelId="{DB957F9F-72B0-4F7D-B792-24D2768D5AE6}" type="pres">
      <dgm:prSet presAssocID="{3E1DD7F1-C654-4316-A393-74E834C9EB1A}" presName="rootText" presStyleLbl="node2" presStyleIdx="0" presStyleCnt="4" custScaleX="186912" custScaleY="101942">
        <dgm:presLayoutVars>
          <dgm:chPref val="3"/>
        </dgm:presLayoutVars>
      </dgm:prSet>
      <dgm:spPr/>
    </dgm:pt>
    <dgm:pt modelId="{AACF4318-131C-442D-9333-529018D89884}" type="pres">
      <dgm:prSet presAssocID="{3E1DD7F1-C654-4316-A393-74E834C9EB1A}" presName="rootConnector" presStyleLbl="node2" presStyleIdx="0" presStyleCnt="4"/>
      <dgm:spPr/>
    </dgm:pt>
    <dgm:pt modelId="{584DBD31-2760-491C-A585-3B17E67283AD}" type="pres">
      <dgm:prSet presAssocID="{3E1DD7F1-C654-4316-A393-74E834C9EB1A}" presName="hierChild4" presStyleCnt="0"/>
      <dgm:spPr/>
    </dgm:pt>
    <dgm:pt modelId="{A238D823-7E4A-421B-AE0A-F5424C7FFC39}" type="pres">
      <dgm:prSet presAssocID="{2CC84D59-0E21-416C-B566-8E4EB45CDE7B}" presName="Name37" presStyleLbl="parChTrans1D3" presStyleIdx="0" presStyleCnt="8"/>
      <dgm:spPr/>
    </dgm:pt>
    <dgm:pt modelId="{A1A0A6CE-2AC2-47DF-B85E-933CF54CCDE6}" type="pres">
      <dgm:prSet presAssocID="{72E73970-A1AA-41F0-BF3E-FBAE8AA2ABD1}" presName="hierRoot2" presStyleCnt="0">
        <dgm:presLayoutVars>
          <dgm:hierBranch val="init"/>
        </dgm:presLayoutVars>
      </dgm:prSet>
      <dgm:spPr/>
    </dgm:pt>
    <dgm:pt modelId="{0E6B519C-2222-4985-AF23-73BCA9E563F8}" type="pres">
      <dgm:prSet presAssocID="{72E73970-A1AA-41F0-BF3E-FBAE8AA2ABD1}" presName="rootComposite" presStyleCnt="0"/>
      <dgm:spPr/>
    </dgm:pt>
    <dgm:pt modelId="{834D94E4-6919-4D2B-A579-9A10D59187A4}" type="pres">
      <dgm:prSet presAssocID="{72E73970-A1AA-41F0-BF3E-FBAE8AA2ABD1}" presName="rootText" presStyleLbl="node3" presStyleIdx="0" presStyleCnt="8">
        <dgm:presLayoutVars>
          <dgm:chPref val="3"/>
        </dgm:presLayoutVars>
      </dgm:prSet>
      <dgm:spPr/>
    </dgm:pt>
    <dgm:pt modelId="{481792BF-CA23-4FC4-B503-3FFF3D9AF204}" type="pres">
      <dgm:prSet presAssocID="{72E73970-A1AA-41F0-BF3E-FBAE8AA2ABD1}" presName="rootConnector" presStyleLbl="node3" presStyleIdx="0" presStyleCnt="8"/>
      <dgm:spPr/>
    </dgm:pt>
    <dgm:pt modelId="{49DC6D1C-FBD1-4E1B-84AD-86CB6AAC1042}" type="pres">
      <dgm:prSet presAssocID="{72E73970-A1AA-41F0-BF3E-FBAE8AA2ABD1}" presName="hierChild4" presStyleCnt="0"/>
      <dgm:spPr/>
    </dgm:pt>
    <dgm:pt modelId="{7053A4FA-777A-46EA-869B-473368D42AD1}" type="pres">
      <dgm:prSet presAssocID="{D56B0281-007C-4651-B402-1074A8070BD7}" presName="Name37" presStyleLbl="parChTrans1D4" presStyleIdx="0" presStyleCnt="5"/>
      <dgm:spPr/>
    </dgm:pt>
    <dgm:pt modelId="{B2D9A13F-28A3-4BCE-9471-9D5708FFC199}" type="pres">
      <dgm:prSet presAssocID="{8C31D71E-DC15-4B60-A584-14D527124F05}" presName="hierRoot2" presStyleCnt="0">
        <dgm:presLayoutVars>
          <dgm:hierBranch val="init"/>
        </dgm:presLayoutVars>
      </dgm:prSet>
      <dgm:spPr/>
    </dgm:pt>
    <dgm:pt modelId="{2778C58B-7A16-4AC3-93A0-DDDA0401154B}" type="pres">
      <dgm:prSet presAssocID="{8C31D71E-DC15-4B60-A584-14D527124F05}" presName="rootComposite" presStyleCnt="0"/>
      <dgm:spPr/>
    </dgm:pt>
    <dgm:pt modelId="{90D3825F-C031-42BC-88B6-F885271C2F15}" type="pres">
      <dgm:prSet presAssocID="{8C31D71E-DC15-4B60-A584-14D527124F05}" presName="rootText" presStyleLbl="node4" presStyleIdx="0" presStyleCnt="5">
        <dgm:presLayoutVars>
          <dgm:chPref val="3"/>
        </dgm:presLayoutVars>
      </dgm:prSet>
      <dgm:spPr/>
    </dgm:pt>
    <dgm:pt modelId="{C05B71DE-DB1C-44FE-A30B-8CC68F867A57}" type="pres">
      <dgm:prSet presAssocID="{8C31D71E-DC15-4B60-A584-14D527124F05}" presName="rootConnector" presStyleLbl="node4" presStyleIdx="0" presStyleCnt="5"/>
      <dgm:spPr/>
    </dgm:pt>
    <dgm:pt modelId="{B168B041-4489-40A4-A094-116530010716}" type="pres">
      <dgm:prSet presAssocID="{8C31D71E-DC15-4B60-A584-14D527124F05}" presName="hierChild4" presStyleCnt="0"/>
      <dgm:spPr/>
    </dgm:pt>
    <dgm:pt modelId="{03509C1D-73C3-4A4F-ABDA-E8FB8E8C054D}" type="pres">
      <dgm:prSet presAssocID="{8C31D71E-DC15-4B60-A584-14D527124F05}" presName="hierChild5" presStyleCnt="0"/>
      <dgm:spPr/>
    </dgm:pt>
    <dgm:pt modelId="{9D9F015C-8D0A-4420-829E-BC4DF6E46FC5}" type="pres">
      <dgm:prSet presAssocID="{72E73970-A1AA-41F0-BF3E-FBAE8AA2ABD1}" presName="hierChild5" presStyleCnt="0"/>
      <dgm:spPr/>
    </dgm:pt>
    <dgm:pt modelId="{6A9F3C22-78F8-4A0B-AC09-1668B93FA539}" type="pres">
      <dgm:prSet presAssocID="{E8D9E071-FF04-430A-8881-682CA6D64491}" presName="Name37" presStyleLbl="parChTrans1D3" presStyleIdx="1" presStyleCnt="8"/>
      <dgm:spPr/>
    </dgm:pt>
    <dgm:pt modelId="{E5513ADE-DEF8-40BF-8068-560B11CA0BBC}" type="pres">
      <dgm:prSet presAssocID="{22B2656C-7DA6-4AD8-8973-8F43611AF056}" presName="hierRoot2" presStyleCnt="0">
        <dgm:presLayoutVars>
          <dgm:hierBranch val="init"/>
        </dgm:presLayoutVars>
      </dgm:prSet>
      <dgm:spPr/>
    </dgm:pt>
    <dgm:pt modelId="{7FACD376-C484-4340-BF39-FE4D062EFE59}" type="pres">
      <dgm:prSet presAssocID="{22B2656C-7DA6-4AD8-8973-8F43611AF056}" presName="rootComposite" presStyleCnt="0"/>
      <dgm:spPr/>
    </dgm:pt>
    <dgm:pt modelId="{9318AD48-C857-442C-A98D-46457B476A31}" type="pres">
      <dgm:prSet presAssocID="{22B2656C-7DA6-4AD8-8973-8F43611AF056}" presName="rootText" presStyleLbl="node3" presStyleIdx="1" presStyleCnt="8">
        <dgm:presLayoutVars>
          <dgm:chPref val="3"/>
        </dgm:presLayoutVars>
      </dgm:prSet>
      <dgm:spPr/>
    </dgm:pt>
    <dgm:pt modelId="{7CD13C2D-7B9E-4688-A545-9C5625B3BD0F}" type="pres">
      <dgm:prSet presAssocID="{22B2656C-7DA6-4AD8-8973-8F43611AF056}" presName="rootConnector" presStyleLbl="node3" presStyleIdx="1" presStyleCnt="8"/>
      <dgm:spPr/>
    </dgm:pt>
    <dgm:pt modelId="{7DD6E89F-DFF7-4F2A-8788-AEC926DCF218}" type="pres">
      <dgm:prSet presAssocID="{22B2656C-7DA6-4AD8-8973-8F43611AF056}" presName="hierChild4" presStyleCnt="0"/>
      <dgm:spPr/>
    </dgm:pt>
    <dgm:pt modelId="{FCF263EA-8DE3-4199-B212-322A2CA8B236}" type="pres">
      <dgm:prSet presAssocID="{7074BA1E-DFEF-4733-812B-EAA7E950537D}" presName="Name37" presStyleLbl="parChTrans1D4" presStyleIdx="1" presStyleCnt="5"/>
      <dgm:spPr/>
    </dgm:pt>
    <dgm:pt modelId="{BABAD884-88F8-49D9-821B-108930AAECA4}" type="pres">
      <dgm:prSet presAssocID="{206C0DC6-60EF-49D0-AB61-5620D1BBE145}" presName="hierRoot2" presStyleCnt="0">
        <dgm:presLayoutVars>
          <dgm:hierBranch val="init"/>
        </dgm:presLayoutVars>
      </dgm:prSet>
      <dgm:spPr/>
    </dgm:pt>
    <dgm:pt modelId="{37D28E06-4662-4E81-9A80-C2601098D339}" type="pres">
      <dgm:prSet presAssocID="{206C0DC6-60EF-49D0-AB61-5620D1BBE145}" presName="rootComposite" presStyleCnt="0"/>
      <dgm:spPr/>
    </dgm:pt>
    <dgm:pt modelId="{28A2D974-9872-452F-91BA-AAAD376AB498}" type="pres">
      <dgm:prSet presAssocID="{206C0DC6-60EF-49D0-AB61-5620D1BBE145}" presName="rootText" presStyleLbl="node4" presStyleIdx="1" presStyleCnt="5">
        <dgm:presLayoutVars>
          <dgm:chPref val="3"/>
        </dgm:presLayoutVars>
      </dgm:prSet>
      <dgm:spPr/>
    </dgm:pt>
    <dgm:pt modelId="{61E35C6D-52BE-42F5-A856-949BA4F185CE}" type="pres">
      <dgm:prSet presAssocID="{206C0DC6-60EF-49D0-AB61-5620D1BBE145}" presName="rootConnector" presStyleLbl="node4" presStyleIdx="1" presStyleCnt="5"/>
      <dgm:spPr/>
    </dgm:pt>
    <dgm:pt modelId="{4CCF779E-DEEE-4A39-8265-DB8A9C83371D}" type="pres">
      <dgm:prSet presAssocID="{206C0DC6-60EF-49D0-AB61-5620D1BBE145}" presName="hierChild4" presStyleCnt="0"/>
      <dgm:spPr/>
    </dgm:pt>
    <dgm:pt modelId="{4B8546A2-FDA2-4E26-AEA2-379E76CFF794}" type="pres">
      <dgm:prSet presAssocID="{206C0DC6-60EF-49D0-AB61-5620D1BBE145}" presName="hierChild5" presStyleCnt="0"/>
      <dgm:spPr/>
    </dgm:pt>
    <dgm:pt modelId="{6BAF88BB-4DFE-4E62-A878-6CD87774856D}" type="pres">
      <dgm:prSet presAssocID="{22B2656C-7DA6-4AD8-8973-8F43611AF056}" presName="hierChild5" presStyleCnt="0"/>
      <dgm:spPr/>
    </dgm:pt>
    <dgm:pt modelId="{2A511E70-664B-4F89-9599-7AB6B80F75D5}" type="pres">
      <dgm:prSet presAssocID="{9516FD18-66CB-415A-8DD5-995358BEE230}" presName="Name37" presStyleLbl="parChTrans1D3" presStyleIdx="2" presStyleCnt="8"/>
      <dgm:spPr/>
    </dgm:pt>
    <dgm:pt modelId="{5744AE1B-396A-4322-884E-68EFE90A058C}" type="pres">
      <dgm:prSet presAssocID="{1E2AF7A0-8844-4ADF-ADCC-57727C9D21F6}" presName="hierRoot2" presStyleCnt="0">
        <dgm:presLayoutVars>
          <dgm:hierBranch val="init"/>
        </dgm:presLayoutVars>
      </dgm:prSet>
      <dgm:spPr/>
    </dgm:pt>
    <dgm:pt modelId="{B77511E3-5E52-4016-92AC-11B3399694AB}" type="pres">
      <dgm:prSet presAssocID="{1E2AF7A0-8844-4ADF-ADCC-57727C9D21F6}" presName="rootComposite" presStyleCnt="0"/>
      <dgm:spPr/>
    </dgm:pt>
    <dgm:pt modelId="{8077F461-E77E-40EB-BF2D-E691FE2AF6DD}" type="pres">
      <dgm:prSet presAssocID="{1E2AF7A0-8844-4ADF-ADCC-57727C9D21F6}" presName="rootText" presStyleLbl="node3" presStyleIdx="2" presStyleCnt="8">
        <dgm:presLayoutVars>
          <dgm:chPref val="3"/>
        </dgm:presLayoutVars>
      </dgm:prSet>
      <dgm:spPr/>
    </dgm:pt>
    <dgm:pt modelId="{2E00FCD0-95FD-413B-BF1D-E872CA26BE4A}" type="pres">
      <dgm:prSet presAssocID="{1E2AF7A0-8844-4ADF-ADCC-57727C9D21F6}" presName="rootConnector" presStyleLbl="node3" presStyleIdx="2" presStyleCnt="8"/>
      <dgm:spPr/>
    </dgm:pt>
    <dgm:pt modelId="{B7C5585C-833A-47DB-8AE2-903CE9580F34}" type="pres">
      <dgm:prSet presAssocID="{1E2AF7A0-8844-4ADF-ADCC-57727C9D21F6}" presName="hierChild4" presStyleCnt="0"/>
      <dgm:spPr/>
    </dgm:pt>
    <dgm:pt modelId="{AF9E2ED3-0744-4348-A092-BFC1E7B14785}" type="pres">
      <dgm:prSet presAssocID="{F216B8E2-DDAE-4C3C-B78A-DB6958232D84}" presName="Name37" presStyleLbl="parChTrans1D4" presStyleIdx="2" presStyleCnt="5"/>
      <dgm:spPr/>
    </dgm:pt>
    <dgm:pt modelId="{05262498-0C55-4FF3-8C70-311E6E1C9A59}" type="pres">
      <dgm:prSet presAssocID="{0380B4E8-0CE9-45B6-94A5-EA71938643E7}" presName="hierRoot2" presStyleCnt="0">
        <dgm:presLayoutVars>
          <dgm:hierBranch val="init"/>
        </dgm:presLayoutVars>
      </dgm:prSet>
      <dgm:spPr/>
    </dgm:pt>
    <dgm:pt modelId="{8CDF19AD-8353-4D5F-A2E1-76478A9B2BC3}" type="pres">
      <dgm:prSet presAssocID="{0380B4E8-0CE9-45B6-94A5-EA71938643E7}" presName="rootComposite" presStyleCnt="0"/>
      <dgm:spPr/>
    </dgm:pt>
    <dgm:pt modelId="{C8BBC977-2B70-44E9-BFE7-24CABEF73DE9}" type="pres">
      <dgm:prSet presAssocID="{0380B4E8-0CE9-45B6-94A5-EA71938643E7}" presName="rootText" presStyleLbl="node4" presStyleIdx="2" presStyleCnt="5">
        <dgm:presLayoutVars>
          <dgm:chPref val="3"/>
        </dgm:presLayoutVars>
      </dgm:prSet>
      <dgm:spPr/>
    </dgm:pt>
    <dgm:pt modelId="{41E77F2A-BA88-4CDB-B17C-943FE252241C}" type="pres">
      <dgm:prSet presAssocID="{0380B4E8-0CE9-45B6-94A5-EA71938643E7}" presName="rootConnector" presStyleLbl="node4" presStyleIdx="2" presStyleCnt="5"/>
      <dgm:spPr/>
    </dgm:pt>
    <dgm:pt modelId="{AA49EE34-0DD2-4C90-B764-3FDD863B2BC1}" type="pres">
      <dgm:prSet presAssocID="{0380B4E8-0CE9-45B6-94A5-EA71938643E7}" presName="hierChild4" presStyleCnt="0"/>
      <dgm:spPr/>
    </dgm:pt>
    <dgm:pt modelId="{41D64C36-16CE-4D2E-AD48-C3EC90DCA884}" type="pres">
      <dgm:prSet presAssocID="{0380B4E8-0CE9-45B6-94A5-EA71938643E7}" presName="hierChild5" presStyleCnt="0"/>
      <dgm:spPr/>
    </dgm:pt>
    <dgm:pt modelId="{C4FA731F-E4F4-49C7-B34D-AEB35768095C}" type="pres">
      <dgm:prSet presAssocID="{1E2AF7A0-8844-4ADF-ADCC-57727C9D21F6}" presName="hierChild5" presStyleCnt="0"/>
      <dgm:spPr/>
    </dgm:pt>
    <dgm:pt modelId="{3BD593B1-047D-42D6-AA15-FDB36F3269D6}" type="pres">
      <dgm:prSet presAssocID="{8620CE3B-D9C4-43EB-B72C-490F5311F37C}" presName="Name37" presStyleLbl="parChTrans1D3" presStyleIdx="3" presStyleCnt="8"/>
      <dgm:spPr/>
    </dgm:pt>
    <dgm:pt modelId="{D2F1C85D-F49A-4808-BC5F-0F3961060470}" type="pres">
      <dgm:prSet presAssocID="{DD12EDEC-E63E-41A4-AA6A-765D03700F8D}" presName="hierRoot2" presStyleCnt="0">
        <dgm:presLayoutVars>
          <dgm:hierBranch val="init"/>
        </dgm:presLayoutVars>
      </dgm:prSet>
      <dgm:spPr/>
    </dgm:pt>
    <dgm:pt modelId="{B729FF8B-65B0-431B-818A-B55622FB5F0F}" type="pres">
      <dgm:prSet presAssocID="{DD12EDEC-E63E-41A4-AA6A-765D03700F8D}" presName="rootComposite" presStyleCnt="0"/>
      <dgm:spPr/>
    </dgm:pt>
    <dgm:pt modelId="{8D07C1E6-E78B-434F-ACF5-3C1A06BFE164}" type="pres">
      <dgm:prSet presAssocID="{DD12EDEC-E63E-41A4-AA6A-765D03700F8D}" presName="rootText" presStyleLbl="node3" presStyleIdx="3" presStyleCnt="8">
        <dgm:presLayoutVars>
          <dgm:chPref val="3"/>
        </dgm:presLayoutVars>
      </dgm:prSet>
      <dgm:spPr/>
    </dgm:pt>
    <dgm:pt modelId="{B6619302-DE82-4393-87A3-FE76354118A1}" type="pres">
      <dgm:prSet presAssocID="{DD12EDEC-E63E-41A4-AA6A-765D03700F8D}" presName="rootConnector" presStyleLbl="node3" presStyleIdx="3" presStyleCnt="8"/>
      <dgm:spPr/>
    </dgm:pt>
    <dgm:pt modelId="{1B7BD897-497C-4487-8A75-6A545DDF9311}" type="pres">
      <dgm:prSet presAssocID="{DD12EDEC-E63E-41A4-AA6A-765D03700F8D}" presName="hierChild4" presStyleCnt="0"/>
      <dgm:spPr/>
    </dgm:pt>
    <dgm:pt modelId="{DEA28D77-A0BB-4763-9254-AC47A1305A85}" type="pres">
      <dgm:prSet presAssocID="{DD12EDEC-E63E-41A4-AA6A-765D03700F8D}" presName="hierChild5" presStyleCnt="0"/>
      <dgm:spPr/>
    </dgm:pt>
    <dgm:pt modelId="{5A7541D6-566D-4C54-A5FC-A52EEEE573CF}" type="pres">
      <dgm:prSet presAssocID="{3E1DD7F1-C654-4316-A393-74E834C9EB1A}" presName="hierChild5" presStyleCnt="0"/>
      <dgm:spPr/>
    </dgm:pt>
    <dgm:pt modelId="{57286D5F-50A2-4D63-A1AF-9D84944D0C9F}" type="pres">
      <dgm:prSet presAssocID="{22411CAF-2EC9-43F6-A58C-3E5B383E75A7}" presName="Name37" presStyleLbl="parChTrans1D2" presStyleIdx="1" presStyleCnt="5"/>
      <dgm:spPr/>
    </dgm:pt>
    <dgm:pt modelId="{31C15868-AEF8-48EB-8427-0C62E1BB33D4}" type="pres">
      <dgm:prSet presAssocID="{02F743CC-0452-4D99-A883-0E691DF84945}" presName="hierRoot2" presStyleCnt="0">
        <dgm:presLayoutVars>
          <dgm:hierBranch val="init"/>
        </dgm:presLayoutVars>
      </dgm:prSet>
      <dgm:spPr/>
    </dgm:pt>
    <dgm:pt modelId="{AD5A268D-F2E3-44E9-A20F-13555D674551}" type="pres">
      <dgm:prSet presAssocID="{02F743CC-0452-4D99-A883-0E691DF84945}" presName="rootComposite" presStyleCnt="0"/>
      <dgm:spPr/>
    </dgm:pt>
    <dgm:pt modelId="{1F45E52C-0140-406C-984D-0E7631F7D6A5}" type="pres">
      <dgm:prSet presAssocID="{02F743CC-0452-4D99-A883-0E691DF84945}" presName="rootText" presStyleLbl="node2" presStyleIdx="1" presStyleCnt="4">
        <dgm:presLayoutVars>
          <dgm:chPref val="3"/>
        </dgm:presLayoutVars>
      </dgm:prSet>
      <dgm:spPr/>
    </dgm:pt>
    <dgm:pt modelId="{C4D69EEF-E490-4B93-A6D1-59D693FED652}" type="pres">
      <dgm:prSet presAssocID="{02F743CC-0452-4D99-A883-0E691DF84945}" presName="rootConnector" presStyleLbl="node2" presStyleIdx="1" presStyleCnt="4"/>
      <dgm:spPr/>
    </dgm:pt>
    <dgm:pt modelId="{F7C75568-09AC-4A6A-AB76-D5926FD1F921}" type="pres">
      <dgm:prSet presAssocID="{02F743CC-0452-4D99-A883-0E691DF84945}" presName="hierChild4" presStyleCnt="0"/>
      <dgm:spPr/>
    </dgm:pt>
    <dgm:pt modelId="{9D5515C9-0A94-43C1-BC86-1CDFCFB392CC}" type="pres">
      <dgm:prSet presAssocID="{980BF4DD-E023-4939-9596-BF32A5DE5907}" presName="Name37" presStyleLbl="parChTrans1D3" presStyleIdx="4" presStyleCnt="8"/>
      <dgm:spPr/>
    </dgm:pt>
    <dgm:pt modelId="{8852AA97-F259-4207-BA24-EC3C647BC435}" type="pres">
      <dgm:prSet presAssocID="{C8B5E7B5-A5F4-449A-9E37-07A831D874EE}" presName="hierRoot2" presStyleCnt="0">
        <dgm:presLayoutVars>
          <dgm:hierBranch val="init"/>
        </dgm:presLayoutVars>
      </dgm:prSet>
      <dgm:spPr/>
    </dgm:pt>
    <dgm:pt modelId="{6F2B0EEA-4C3C-4707-A48E-C0A9D0BDE530}" type="pres">
      <dgm:prSet presAssocID="{C8B5E7B5-A5F4-449A-9E37-07A831D874EE}" presName="rootComposite" presStyleCnt="0"/>
      <dgm:spPr/>
    </dgm:pt>
    <dgm:pt modelId="{ED8F6956-ED74-47A5-B6E2-7FEF40990842}" type="pres">
      <dgm:prSet presAssocID="{C8B5E7B5-A5F4-449A-9E37-07A831D874EE}" presName="rootText" presStyleLbl="node3" presStyleIdx="4" presStyleCnt="8">
        <dgm:presLayoutVars>
          <dgm:chPref val="3"/>
        </dgm:presLayoutVars>
      </dgm:prSet>
      <dgm:spPr/>
    </dgm:pt>
    <dgm:pt modelId="{23816441-22C9-462A-8002-B0BEC4A1939E}" type="pres">
      <dgm:prSet presAssocID="{C8B5E7B5-A5F4-449A-9E37-07A831D874EE}" presName="rootConnector" presStyleLbl="node3" presStyleIdx="4" presStyleCnt="8"/>
      <dgm:spPr/>
    </dgm:pt>
    <dgm:pt modelId="{A5E8D184-8C7C-401B-BDDE-E0D418C4D401}" type="pres">
      <dgm:prSet presAssocID="{C8B5E7B5-A5F4-449A-9E37-07A831D874EE}" presName="hierChild4" presStyleCnt="0"/>
      <dgm:spPr/>
    </dgm:pt>
    <dgm:pt modelId="{DAF228D2-4996-44EC-A5AF-960B25792E2E}" type="pres">
      <dgm:prSet presAssocID="{C8B5E7B5-A5F4-449A-9E37-07A831D874EE}" presName="hierChild5" presStyleCnt="0"/>
      <dgm:spPr/>
    </dgm:pt>
    <dgm:pt modelId="{16CF27C6-D6CC-4F0D-8F5E-1ABE59A47E33}" type="pres">
      <dgm:prSet presAssocID="{9DFE2AD5-8187-42D7-9FAC-839C290F3004}" presName="Name37" presStyleLbl="parChTrans1D3" presStyleIdx="5" presStyleCnt="8"/>
      <dgm:spPr/>
    </dgm:pt>
    <dgm:pt modelId="{8C6CDA15-9947-44E4-83D2-A5DFEA08296C}" type="pres">
      <dgm:prSet presAssocID="{98D70EF1-FE52-4CA8-A4B8-C680EB5794EF}" presName="hierRoot2" presStyleCnt="0">
        <dgm:presLayoutVars>
          <dgm:hierBranch val="init"/>
        </dgm:presLayoutVars>
      </dgm:prSet>
      <dgm:spPr/>
    </dgm:pt>
    <dgm:pt modelId="{86924CA6-9C96-4405-949C-8131E55EA4C8}" type="pres">
      <dgm:prSet presAssocID="{98D70EF1-FE52-4CA8-A4B8-C680EB5794EF}" presName="rootComposite" presStyleCnt="0"/>
      <dgm:spPr/>
    </dgm:pt>
    <dgm:pt modelId="{A055EAF6-1DC1-4AC5-B5F4-1ABEB00B1A72}" type="pres">
      <dgm:prSet presAssocID="{98D70EF1-FE52-4CA8-A4B8-C680EB5794EF}" presName="rootText" presStyleLbl="node3" presStyleIdx="5" presStyleCnt="8">
        <dgm:presLayoutVars>
          <dgm:chPref val="3"/>
        </dgm:presLayoutVars>
      </dgm:prSet>
      <dgm:spPr/>
    </dgm:pt>
    <dgm:pt modelId="{CB98B130-429B-4C7B-9803-28F2C8D83A03}" type="pres">
      <dgm:prSet presAssocID="{98D70EF1-FE52-4CA8-A4B8-C680EB5794EF}" presName="rootConnector" presStyleLbl="node3" presStyleIdx="5" presStyleCnt="8"/>
      <dgm:spPr/>
    </dgm:pt>
    <dgm:pt modelId="{15AAA015-23B6-48E6-BCE4-5F459219AEED}" type="pres">
      <dgm:prSet presAssocID="{98D70EF1-FE52-4CA8-A4B8-C680EB5794EF}" presName="hierChild4" presStyleCnt="0"/>
      <dgm:spPr/>
    </dgm:pt>
    <dgm:pt modelId="{FF3E6DEE-7EAF-4695-850E-D1F94EB9BB32}" type="pres">
      <dgm:prSet presAssocID="{98D70EF1-FE52-4CA8-A4B8-C680EB5794EF}" presName="hierChild5" presStyleCnt="0"/>
      <dgm:spPr/>
    </dgm:pt>
    <dgm:pt modelId="{DE03E970-822A-4C3B-B415-8A5596E8A198}" type="pres">
      <dgm:prSet presAssocID="{02F743CC-0452-4D99-A883-0E691DF84945}" presName="hierChild5" presStyleCnt="0"/>
      <dgm:spPr/>
    </dgm:pt>
    <dgm:pt modelId="{16C13BFD-045F-47B5-B5CF-891FD15DDE3F}" type="pres">
      <dgm:prSet presAssocID="{250EB41F-F1DF-4B51-905D-033CA84FC668}" presName="Name37" presStyleLbl="parChTrans1D2" presStyleIdx="2" presStyleCnt="5"/>
      <dgm:spPr/>
    </dgm:pt>
    <dgm:pt modelId="{773BABA5-D595-485E-B734-1E04AEEC993A}" type="pres">
      <dgm:prSet presAssocID="{3EFD54C2-52B8-4E9B-9D71-6C44D2886FF2}" presName="hierRoot2" presStyleCnt="0">
        <dgm:presLayoutVars>
          <dgm:hierBranch val="init"/>
        </dgm:presLayoutVars>
      </dgm:prSet>
      <dgm:spPr/>
    </dgm:pt>
    <dgm:pt modelId="{6EC8EDCC-6235-4225-BBB7-314ED24697D2}" type="pres">
      <dgm:prSet presAssocID="{3EFD54C2-52B8-4E9B-9D71-6C44D2886FF2}" presName="rootComposite" presStyleCnt="0"/>
      <dgm:spPr/>
    </dgm:pt>
    <dgm:pt modelId="{EC0C8096-762B-46AB-9B08-966AF6EC1B2F}" type="pres">
      <dgm:prSet presAssocID="{3EFD54C2-52B8-4E9B-9D71-6C44D2886FF2}" presName="rootText" presStyleLbl="node2" presStyleIdx="2" presStyleCnt="4">
        <dgm:presLayoutVars>
          <dgm:chPref val="3"/>
        </dgm:presLayoutVars>
      </dgm:prSet>
      <dgm:spPr/>
    </dgm:pt>
    <dgm:pt modelId="{F9F883C5-707C-4F8A-8F32-D44AF7302A05}" type="pres">
      <dgm:prSet presAssocID="{3EFD54C2-52B8-4E9B-9D71-6C44D2886FF2}" presName="rootConnector" presStyleLbl="node2" presStyleIdx="2" presStyleCnt="4"/>
      <dgm:spPr/>
    </dgm:pt>
    <dgm:pt modelId="{53C01094-38BD-4A89-8EE9-CE27132CB99A}" type="pres">
      <dgm:prSet presAssocID="{3EFD54C2-52B8-4E9B-9D71-6C44D2886FF2}" presName="hierChild4" presStyleCnt="0"/>
      <dgm:spPr/>
    </dgm:pt>
    <dgm:pt modelId="{EE8DC933-648D-4AF3-BA49-AB8A657747C9}" type="pres">
      <dgm:prSet presAssocID="{9EEC67A2-A131-4ACB-A951-58682104DA46}" presName="Name37" presStyleLbl="parChTrans1D3" presStyleIdx="6" presStyleCnt="8"/>
      <dgm:spPr/>
    </dgm:pt>
    <dgm:pt modelId="{19E41CA3-3B76-4F10-B90D-24D6AD36BC64}" type="pres">
      <dgm:prSet presAssocID="{BAB8CC91-CAA0-4D59-A45B-CCCDD0DFB7C3}" presName="hierRoot2" presStyleCnt="0">
        <dgm:presLayoutVars>
          <dgm:hierBranch val="init"/>
        </dgm:presLayoutVars>
      </dgm:prSet>
      <dgm:spPr/>
    </dgm:pt>
    <dgm:pt modelId="{E8DC0F4B-57CD-4058-8823-0691408A9B0A}" type="pres">
      <dgm:prSet presAssocID="{BAB8CC91-CAA0-4D59-A45B-CCCDD0DFB7C3}" presName="rootComposite" presStyleCnt="0"/>
      <dgm:spPr/>
    </dgm:pt>
    <dgm:pt modelId="{EB42EB4F-25EB-4DB2-A289-3EBF172FD436}" type="pres">
      <dgm:prSet presAssocID="{BAB8CC91-CAA0-4D59-A45B-CCCDD0DFB7C3}" presName="rootText" presStyleLbl="node3" presStyleIdx="6" presStyleCnt="8">
        <dgm:presLayoutVars>
          <dgm:chPref val="3"/>
        </dgm:presLayoutVars>
      </dgm:prSet>
      <dgm:spPr/>
    </dgm:pt>
    <dgm:pt modelId="{1AD3CDBF-EB33-4082-A67B-9034586D87B1}" type="pres">
      <dgm:prSet presAssocID="{BAB8CC91-CAA0-4D59-A45B-CCCDD0DFB7C3}" presName="rootConnector" presStyleLbl="node3" presStyleIdx="6" presStyleCnt="8"/>
      <dgm:spPr/>
    </dgm:pt>
    <dgm:pt modelId="{E6FF6C30-2F65-482E-BE50-C90075C106D1}" type="pres">
      <dgm:prSet presAssocID="{BAB8CC91-CAA0-4D59-A45B-CCCDD0DFB7C3}" presName="hierChild4" presStyleCnt="0"/>
      <dgm:spPr/>
    </dgm:pt>
    <dgm:pt modelId="{7BE30279-AF0B-4376-8C83-AD67E04B1AA4}" type="pres">
      <dgm:prSet presAssocID="{2FA44269-0ADF-4761-85E4-F3AB20038E70}" presName="Name37" presStyleLbl="parChTrans1D4" presStyleIdx="3" presStyleCnt="5"/>
      <dgm:spPr/>
    </dgm:pt>
    <dgm:pt modelId="{CDFDA8BF-5D81-435C-91F2-E111843E59C4}" type="pres">
      <dgm:prSet presAssocID="{DAB387CE-DC70-4B27-90A5-9C90F18CC395}" presName="hierRoot2" presStyleCnt="0">
        <dgm:presLayoutVars>
          <dgm:hierBranch val="init"/>
        </dgm:presLayoutVars>
      </dgm:prSet>
      <dgm:spPr/>
    </dgm:pt>
    <dgm:pt modelId="{3137CA24-F03C-4EB6-A533-5C8BCCEA0FF9}" type="pres">
      <dgm:prSet presAssocID="{DAB387CE-DC70-4B27-90A5-9C90F18CC395}" presName="rootComposite" presStyleCnt="0"/>
      <dgm:spPr/>
    </dgm:pt>
    <dgm:pt modelId="{9B17B85B-C908-4B59-BD88-B7407A7815DF}" type="pres">
      <dgm:prSet presAssocID="{DAB387CE-DC70-4B27-90A5-9C90F18CC395}" presName="rootText" presStyleLbl="node4" presStyleIdx="3" presStyleCnt="5">
        <dgm:presLayoutVars>
          <dgm:chPref val="3"/>
        </dgm:presLayoutVars>
      </dgm:prSet>
      <dgm:spPr/>
    </dgm:pt>
    <dgm:pt modelId="{6AD1F161-F7E5-4BC6-881F-132027068A79}" type="pres">
      <dgm:prSet presAssocID="{DAB387CE-DC70-4B27-90A5-9C90F18CC395}" presName="rootConnector" presStyleLbl="node4" presStyleIdx="3" presStyleCnt="5"/>
      <dgm:spPr/>
    </dgm:pt>
    <dgm:pt modelId="{2F30B509-A247-44B8-849C-46D8F8D05F9F}" type="pres">
      <dgm:prSet presAssocID="{DAB387CE-DC70-4B27-90A5-9C90F18CC395}" presName="hierChild4" presStyleCnt="0"/>
      <dgm:spPr/>
    </dgm:pt>
    <dgm:pt modelId="{A426DE83-58BB-49C4-9B2F-5534FA82F82E}" type="pres">
      <dgm:prSet presAssocID="{DAB387CE-DC70-4B27-90A5-9C90F18CC395}" presName="hierChild5" presStyleCnt="0"/>
      <dgm:spPr/>
    </dgm:pt>
    <dgm:pt modelId="{B990FC1F-9512-4930-820C-3DA2848220C0}" type="pres">
      <dgm:prSet presAssocID="{BAB8CC91-CAA0-4D59-A45B-CCCDD0DFB7C3}" presName="hierChild5" presStyleCnt="0"/>
      <dgm:spPr/>
    </dgm:pt>
    <dgm:pt modelId="{26B410CA-9DE8-4C5A-892D-FF4E8B3D3808}" type="pres">
      <dgm:prSet presAssocID="{9358021C-7558-4755-8498-31E9BE8A7887}" presName="Name37" presStyleLbl="parChTrans1D3" presStyleIdx="7" presStyleCnt="8"/>
      <dgm:spPr/>
    </dgm:pt>
    <dgm:pt modelId="{889A3B5D-17CF-4107-8CA9-CD6EFE83DBFA}" type="pres">
      <dgm:prSet presAssocID="{3341D47C-63A4-43F4-8086-889AFBF97907}" presName="hierRoot2" presStyleCnt="0">
        <dgm:presLayoutVars>
          <dgm:hierBranch val="init"/>
        </dgm:presLayoutVars>
      </dgm:prSet>
      <dgm:spPr/>
    </dgm:pt>
    <dgm:pt modelId="{C4C6C961-91F5-431A-8697-7A635D2D5E44}" type="pres">
      <dgm:prSet presAssocID="{3341D47C-63A4-43F4-8086-889AFBF97907}" presName="rootComposite" presStyleCnt="0"/>
      <dgm:spPr/>
    </dgm:pt>
    <dgm:pt modelId="{ACD9BF76-3F26-4EF5-ADFC-355EDCDAA128}" type="pres">
      <dgm:prSet presAssocID="{3341D47C-63A4-43F4-8086-889AFBF97907}" presName="rootText" presStyleLbl="node3" presStyleIdx="7" presStyleCnt="8">
        <dgm:presLayoutVars>
          <dgm:chPref val="3"/>
        </dgm:presLayoutVars>
      </dgm:prSet>
      <dgm:spPr/>
    </dgm:pt>
    <dgm:pt modelId="{0ACA1A34-1831-4EDA-B013-DAFA5D1439F2}" type="pres">
      <dgm:prSet presAssocID="{3341D47C-63A4-43F4-8086-889AFBF97907}" presName="rootConnector" presStyleLbl="node3" presStyleIdx="7" presStyleCnt="8"/>
      <dgm:spPr/>
    </dgm:pt>
    <dgm:pt modelId="{4C4A649D-000C-46F4-8E79-89CB1EFA0912}" type="pres">
      <dgm:prSet presAssocID="{3341D47C-63A4-43F4-8086-889AFBF97907}" presName="hierChild4" presStyleCnt="0"/>
      <dgm:spPr/>
    </dgm:pt>
    <dgm:pt modelId="{1B07E20B-0762-49B7-BFF5-2227209EEFB0}" type="pres">
      <dgm:prSet presAssocID="{CBED35A4-698A-4704-8CCF-E730080757B8}" presName="Name37" presStyleLbl="parChTrans1D4" presStyleIdx="4" presStyleCnt="5"/>
      <dgm:spPr/>
    </dgm:pt>
    <dgm:pt modelId="{22C09FB0-038F-4CA4-A145-F56924C84756}" type="pres">
      <dgm:prSet presAssocID="{5DD9EA0B-FD4B-47EE-A5D8-00DB2032D056}" presName="hierRoot2" presStyleCnt="0">
        <dgm:presLayoutVars>
          <dgm:hierBranch val="init"/>
        </dgm:presLayoutVars>
      </dgm:prSet>
      <dgm:spPr/>
    </dgm:pt>
    <dgm:pt modelId="{57FD0AE6-A835-43D4-902A-8982D96D5B16}" type="pres">
      <dgm:prSet presAssocID="{5DD9EA0B-FD4B-47EE-A5D8-00DB2032D056}" presName="rootComposite" presStyleCnt="0"/>
      <dgm:spPr/>
    </dgm:pt>
    <dgm:pt modelId="{F6DDDFB0-9390-478F-B781-7D76F58C6079}" type="pres">
      <dgm:prSet presAssocID="{5DD9EA0B-FD4B-47EE-A5D8-00DB2032D056}" presName="rootText" presStyleLbl="node4" presStyleIdx="4" presStyleCnt="5">
        <dgm:presLayoutVars>
          <dgm:chPref val="3"/>
        </dgm:presLayoutVars>
      </dgm:prSet>
      <dgm:spPr/>
    </dgm:pt>
    <dgm:pt modelId="{E4633DB0-AD93-4B54-9D21-2E7A80576BAC}" type="pres">
      <dgm:prSet presAssocID="{5DD9EA0B-FD4B-47EE-A5D8-00DB2032D056}" presName="rootConnector" presStyleLbl="node4" presStyleIdx="4" presStyleCnt="5"/>
      <dgm:spPr/>
    </dgm:pt>
    <dgm:pt modelId="{68601E97-F0C5-439E-9C5C-C179DC7CC1A5}" type="pres">
      <dgm:prSet presAssocID="{5DD9EA0B-FD4B-47EE-A5D8-00DB2032D056}" presName="hierChild4" presStyleCnt="0"/>
      <dgm:spPr/>
    </dgm:pt>
    <dgm:pt modelId="{3D602CB6-F89B-4C0B-ACFA-5B8607E1C55C}" type="pres">
      <dgm:prSet presAssocID="{5DD9EA0B-FD4B-47EE-A5D8-00DB2032D056}" presName="hierChild5" presStyleCnt="0"/>
      <dgm:spPr/>
    </dgm:pt>
    <dgm:pt modelId="{76402971-1AAF-4B91-8589-FCE0BE151727}" type="pres">
      <dgm:prSet presAssocID="{3341D47C-63A4-43F4-8086-889AFBF97907}" presName="hierChild5" presStyleCnt="0"/>
      <dgm:spPr/>
    </dgm:pt>
    <dgm:pt modelId="{450AF737-9ACE-4651-8AF2-0FF4FA259940}" type="pres">
      <dgm:prSet presAssocID="{3EFD54C2-52B8-4E9B-9D71-6C44D2886FF2}" presName="hierChild5" presStyleCnt="0"/>
      <dgm:spPr/>
    </dgm:pt>
    <dgm:pt modelId="{FE9F99CE-15BC-4CFE-AFDF-BDF0B9398A03}" type="pres">
      <dgm:prSet presAssocID="{5239FF59-963D-4450-AC07-F138D377E8AD}" presName="Name37" presStyleLbl="parChTrans1D2" presStyleIdx="3" presStyleCnt="5"/>
      <dgm:spPr/>
    </dgm:pt>
    <dgm:pt modelId="{6166A6CF-E38E-4DF3-A513-B9B5F04C1C45}" type="pres">
      <dgm:prSet presAssocID="{E3B4B92B-A775-446C-BCA3-0FEB22975E80}" presName="hierRoot2" presStyleCnt="0">
        <dgm:presLayoutVars>
          <dgm:hierBranch val="init"/>
        </dgm:presLayoutVars>
      </dgm:prSet>
      <dgm:spPr/>
    </dgm:pt>
    <dgm:pt modelId="{C840405F-8D8D-4EBB-BCA0-B4136D0C43B5}" type="pres">
      <dgm:prSet presAssocID="{E3B4B92B-A775-446C-BCA3-0FEB22975E80}" presName="rootComposite" presStyleCnt="0"/>
      <dgm:spPr/>
    </dgm:pt>
    <dgm:pt modelId="{37FA2B19-4C85-4EA1-8E4E-9A293D973515}" type="pres">
      <dgm:prSet presAssocID="{E3B4B92B-A775-446C-BCA3-0FEB22975E80}" presName="rootText" presStyleLbl="node2" presStyleIdx="3" presStyleCnt="4">
        <dgm:presLayoutVars>
          <dgm:chPref val="3"/>
        </dgm:presLayoutVars>
      </dgm:prSet>
      <dgm:spPr/>
    </dgm:pt>
    <dgm:pt modelId="{F59513F4-8255-4D25-9AA9-8257FE1A3862}" type="pres">
      <dgm:prSet presAssocID="{E3B4B92B-A775-446C-BCA3-0FEB22975E80}" presName="rootConnector" presStyleLbl="node2" presStyleIdx="3" presStyleCnt="4"/>
      <dgm:spPr/>
    </dgm:pt>
    <dgm:pt modelId="{28AFB4BF-1B0A-438C-9CD1-DE56F19789DD}" type="pres">
      <dgm:prSet presAssocID="{E3B4B92B-A775-446C-BCA3-0FEB22975E80}" presName="hierChild4" presStyleCnt="0"/>
      <dgm:spPr/>
    </dgm:pt>
    <dgm:pt modelId="{C01C2AB1-F15A-460F-9C63-52470A47CE1D}" type="pres">
      <dgm:prSet presAssocID="{E3B4B92B-A775-446C-BCA3-0FEB22975E80}" presName="hierChild5" presStyleCnt="0"/>
      <dgm:spPr/>
    </dgm:pt>
    <dgm:pt modelId="{BB946754-1FBC-49C3-B5F5-C2D92F125AA7}" type="pres">
      <dgm:prSet presAssocID="{DBEC5EC7-42ED-4C0C-9529-49377A018868}" presName="hierChild3" presStyleCnt="0"/>
      <dgm:spPr/>
    </dgm:pt>
    <dgm:pt modelId="{815C2AB6-853A-4F37-A0CD-B39D1A4FFEB2}" type="pres">
      <dgm:prSet presAssocID="{6D745090-9300-42F3-8419-ECB5263D3FE5}" presName="Name111" presStyleLbl="parChTrans1D2" presStyleIdx="4" presStyleCnt="5"/>
      <dgm:spPr/>
    </dgm:pt>
    <dgm:pt modelId="{0F16D451-616D-4E1C-AB14-1AD36C67EC67}" type="pres">
      <dgm:prSet presAssocID="{3DF9F52D-090B-47EA-AB71-91CF9C46887C}" presName="hierRoot3" presStyleCnt="0">
        <dgm:presLayoutVars>
          <dgm:hierBranch val="init"/>
        </dgm:presLayoutVars>
      </dgm:prSet>
      <dgm:spPr/>
    </dgm:pt>
    <dgm:pt modelId="{DAF0CF64-8FA6-47CC-9723-16CA0703E8B9}" type="pres">
      <dgm:prSet presAssocID="{3DF9F52D-090B-47EA-AB71-91CF9C46887C}" presName="rootComposite3" presStyleCnt="0"/>
      <dgm:spPr/>
    </dgm:pt>
    <dgm:pt modelId="{48B4E166-97B0-4489-B517-F46B52097BB6}" type="pres">
      <dgm:prSet presAssocID="{3DF9F52D-090B-47EA-AB71-91CF9C46887C}" presName="rootText3" presStyleLbl="asst1" presStyleIdx="0" presStyleCnt="1">
        <dgm:presLayoutVars>
          <dgm:chPref val="3"/>
        </dgm:presLayoutVars>
      </dgm:prSet>
      <dgm:spPr/>
    </dgm:pt>
    <dgm:pt modelId="{83BD2544-90A5-4397-9E43-2FA416E670A5}" type="pres">
      <dgm:prSet presAssocID="{3DF9F52D-090B-47EA-AB71-91CF9C46887C}" presName="rootConnector3" presStyleLbl="asst1" presStyleIdx="0" presStyleCnt="1"/>
      <dgm:spPr/>
    </dgm:pt>
    <dgm:pt modelId="{FC148BF1-F9F9-40CA-BBA5-9C681B60C0A6}" type="pres">
      <dgm:prSet presAssocID="{3DF9F52D-090B-47EA-AB71-91CF9C46887C}" presName="hierChild6" presStyleCnt="0"/>
      <dgm:spPr/>
    </dgm:pt>
    <dgm:pt modelId="{13EFDB60-3706-497F-A01D-2B39F22C672C}" type="pres">
      <dgm:prSet presAssocID="{3DF9F52D-090B-47EA-AB71-91CF9C46887C}" presName="hierChild7" presStyleCnt="0"/>
      <dgm:spPr/>
    </dgm:pt>
  </dgm:ptLst>
  <dgm:cxnLst>
    <dgm:cxn modelId="{6C037601-A3C0-4E60-9418-8A6478A1D75E}" srcId="{3EFD54C2-52B8-4E9B-9D71-6C44D2886FF2}" destId="{3341D47C-63A4-43F4-8086-889AFBF97907}" srcOrd="1" destOrd="0" parTransId="{9358021C-7558-4755-8498-31E9BE8A7887}" sibTransId="{9DAC6847-6534-4140-A195-C813ECE1A5F3}"/>
    <dgm:cxn modelId="{36B82702-7460-425D-8043-798EE4A27843}" type="presOf" srcId="{98D70EF1-FE52-4CA8-A4B8-C680EB5794EF}" destId="{A055EAF6-1DC1-4AC5-B5F4-1ABEB00B1A72}" srcOrd="0" destOrd="0" presId="urn:microsoft.com/office/officeart/2005/8/layout/orgChart1"/>
    <dgm:cxn modelId="{53E8FB02-F016-475E-A00A-BA08A68475BF}" type="presOf" srcId="{72E73970-A1AA-41F0-BF3E-FBAE8AA2ABD1}" destId="{481792BF-CA23-4FC4-B503-3FFF3D9AF204}" srcOrd="1" destOrd="0" presId="urn:microsoft.com/office/officeart/2005/8/layout/orgChart1"/>
    <dgm:cxn modelId="{8EA78804-B506-452A-A9B4-6D10ACEB0C6D}" srcId="{DBEC5EC7-42ED-4C0C-9529-49377A018868}" destId="{3EFD54C2-52B8-4E9B-9D71-6C44D2886FF2}" srcOrd="3" destOrd="0" parTransId="{250EB41F-F1DF-4B51-905D-033CA84FC668}" sibTransId="{EE4AB744-3032-474A-9459-E950DAB7B0E6}"/>
    <dgm:cxn modelId="{91171506-0DE2-4519-882B-BA5AFFB2BD09}" type="presOf" srcId="{DAB387CE-DC70-4B27-90A5-9C90F18CC395}" destId="{9B17B85B-C908-4B59-BD88-B7407A7815DF}" srcOrd="0" destOrd="0" presId="urn:microsoft.com/office/officeart/2005/8/layout/orgChart1"/>
    <dgm:cxn modelId="{B84C190B-A115-4B17-A5C3-6DFFFA89EA17}" srcId="{72E73970-A1AA-41F0-BF3E-FBAE8AA2ABD1}" destId="{8C31D71E-DC15-4B60-A584-14D527124F05}" srcOrd="0" destOrd="0" parTransId="{D56B0281-007C-4651-B402-1074A8070BD7}" sibTransId="{16730176-E381-421E-97FC-4FF0D6ED2E7A}"/>
    <dgm:cxn modelId="{98301D10-98B5-48F9-B2CB-46974D0063C4}" srcId="{3E1DD7F1-C654-4316-A393-74E834C9EB1A}" destId="{1E2AF7A0-8844-4ADF-ADCC-57727C9D21F6}" srcOrd="2" destOrd="0" parTransId="{9516FD18-66CB-415A-8DD5-995358BEE230}" sibTransId="{0A9E976F-4127-4C08-839D-0FAABBDF1631}"/>
    <dgm:cxn modelId="{4B4DFC19-822E-4566-BBFA-9D563D1183F4}" srcId="{22B2656C-7DA6-4AD8-8973-8F43611AF056}" destId="{206C0DC6-60EF-49D0-AB61-5620D1BBE145}" srcOrd="0" destOrd="0" parTransId="{7074BA1E-DFEF-4733-812B-EAA7E950537D}" sibTransId="{7A0823D6-3F9A-4D7D-97BE-A639020C3771}"/>
    <dgm:cxn modelId="{479DB21F-1381-4893-941E-1AE6C3204A36}" type="presOf" srcId="{5DD9EA0B-FD4B-47EE-A5D8-00DB2032D056}" destId="{F6DDDFB0-9390-478F-B781-7D76F58C6079}" srcOrd="0" destOrd="0" presId="urn:microsoft.com/office/officeart/2005/8/layout/orgChart1"/>
    <dgm:cxn modelId="{2F934C21-60B5-4F9A-B408-F3EE1056C4EE}" type="presOf" srcId="{98D70EF1-FE52-4CA8-A4B8-C680EB5794EF}" destId="{CB98B130-429B-4C7B-9803-28F2C8D83A03}" srcOrd="1" destOrd="0" presId="urn:microsoft.com/office/officeart/2005/8/layout/orgChart1"/>
    <dgm:cxn modelId="{FF997C23-E826-4B0B-8E43-FE1C676C6050}" type="presOf" srcId="{02F743CC-0452-4D99-A883-0E691DF84945}" destId="{1F45E52C-0140-406C-984D-0E7631F7D6A5}" srcOrd="0" destOrd="0" presId="urn:microsoft.com/office/officeart/2005/8/layout/orgChart1"/>
    <dgm:cxn modelId="{D919DF26-F0AD-4299-BF5E-A385C9E19ABC}" srcId="{1E2AF7A0-8844-4ADF-ADCC-57727C9D21F6}" destId="{0380B4E8-0CE9-45B6-94A5-EA71938643E7}" srcOrd="0" destOrd="0" parTransId="{F216B8E2-DDAE-4C3C-B78A-DB6958232D84}" sibTransId="{A568AA34-A736-4933-9B6A-F007D2EDFDF8}"/>
    <dgm:cxn modelId="{66F56528-E131-4FF9-A063-9DE9295A6EAB}" type="presOf" srcId="{0380B4E8-0CE9-45B6-94A5-EA71938643E7}" destId="{C8BBC977-2B70-44E9-BFE7-24CABEF73DE9}" srcOrd="0" destOrd="0" presId="urn:microsoft.com/office/officeart/2005/8/layout/orgChart1"/>
    <dgm:cxn modelId="{E2D46429-216D-4D5C-BAE1-18B46415C006}" type="presOf" srcId="{8C31D71E-DC15-4B60-A584-14D527124F05}" destId="{C05B71DE-DB1C-44FE-A30B-8CC68F867A57}" srcOrd="1" destOrd="0" presId="urn:microsoft.com/office/officeart/2005/8/layout/orgChart1"/>
    <dgm:cxn modelId="{6BA0B729-FE76-46A9-BB03-D250B1A8CB8F}" srcId="{3EFD54C2-52B8-4E9B-9D71-6C44D2886FF2}" destId="{BAB8CC91-CAA0-4D59-A45B-CCCDD0DFB7C3}" srcOrd="0" destOrd="0" parTransId="{9EEC67A2-A131-4ACB-A951-58682104DA46}" sibTransId="{ED9964B3-F534-4773-914A-5625B454A09B}"/>
    <dgm:cxn modelId="{2AA9F92C-240D-4A19-903A-9CFB2BF3BEEE}" type="presOf" srcId="{3DF9F52D-090B-47EA-AB71-91CF9C46887C}" destId="{83BD2544-90A5-4397-9E43-2FA416E670A5}" srcOrd="1" destOrd="0" presId="urn:microsoft.com/office/officeart/2005/8/layout/orgChart1"/>
    <dgm:cxn modelId="{68E80C2F-C126-4E6F-AE55-D47B7C1701E0}" type="presOf" srcId="{250EB41F-F1DF-4B51-905D-033CA84FC668}" destId="{16C13BFD-045F-47B5-B5CF-891FD15DDE3F}" srcOrd="0" destOrd="0" presId="urn:microsoft.com/office/officeart/2005/8/layout/orgChart1"/>
    <dgm:cxn modelId="{AF92CE31-15A1-4BAD-80E3-8549FE64E913}" type="presOf" srcId="{9358021C-7558-4755-8498-31E9BE8A7887}" destId="{26B410CA-9DE8-4C5A-892D-FF4E8B3D3808}" srcOrd="0" destOrd="0" presId="urn:microsoft.com/office/officeart/2005/8/layout/orgChart1"/>
    <dgm:cxn modelId="{9999E137-8299-4775-808E-D246125B204C}" type="presOf" srcId="{CBED35A4-698A-4704-8CCF-E730080757B8}" destId="{1B07E20B-0762-49B7-BFF5-2227209EEFB0}" srcOrd="0" destOrd="0" presId="urn:microsoft.com/office/officeart/2005/8/layout/orgChart1"/>
    <dgm:cxn modelId="{7B750139-E975-46B1-83E5-BBC012A8294F}" type="presOf" srcId="{5239FF59-963D-4450-AC07-F138D377E8AD}" destId="{FE9F99CE-15BC-4CFE-AFDF-BDF0B9398A03}" srcOrd="0" destOrd="0" presId="urn:microsoft.com/office/officeart/2005/8/layout/orgChart1"/>
    <dgm:cxn modelId="{FA695339-50B9-49F8-BB74-B632265E5381}" type="presOf" srcId="{3EFD54C2-52B8-4E9B-9D71-6C44D2886FF2}" destId="{EC0C8096-762B-46AB-9B08-966AF6EC1B2F}" srcOrd="0" destOrd="0" presId="urn:microsoft.com/office/officeart/2005/8/layout/orgChart1"/>
    <dgm:cxn modelId="{5E0DC639-56E3-4138-8748-68E411A133B2}" type="presOf" srcId="{22B2656C-7DA6-4AD8-8973-8F43611AF056}" destId="{9318AD48-C857-442C-A98D-46457B476A31}" srcOrd="0" destOrd="0" presId="urn:microsoft.com/office/officeart/2005/8/layout/orgChart1"/>
    <dgm:cxn modelId="{67653C3E-EE94-405F-A153-609AF183397E}" type="presOf" srcId="{206C0DC6-60EF-49D0-AB61-5620D1BBE145}" destId="{28A2D974-9872-452F-91BA-AAAD376AB498}" srcOrd="0" destOrd="0" presId="urn:microsoft.com/office/officeart/2005/8/layout/orgChart1"/>
    <dgm:cxn modelId="{5990F140-177A-4E34-BCA5-31F4D77F9F0F}" type="presOf" srcId="{2CC84D59-0E21-416C-B566-8E4EB45CDE7B}" destId="{A238D823-7E4A-421B-AE0A-F5424C7FFC39}" srcOrd="0" destOrd="0" presId="urn:microsoft.com/office/officeart/2005/8/layout/orgChart1"/>
    <dgm:cxn modelId="{856B415E-E1CB-45C7-A9FF-24FC2F804AD2}" type="presOf" srcId="{DBEC5EC7-42ED-4C0C-9529-49377A018868}" destId="{A41DF725-580C-4CC9-90E6-AA1AB643BAAE}" srcOrd="1" destOrd="0" presId="urn:microsoft.com/office/officeart/2005/8/layout/orgChart1"/>
    <dgm:cxn modelId="{EDC8FD5F-D84A-4A44-A693-316C5198EAEE}" type="presOf" srcId="{3341D47C-63A4-43F4-8086-889AFBF97907}" destId="{ACD9BF76-3F26-4EF5-ADFC-355EDCDAA128}" srcOrd="0" destOrd="0" presId="urn:microsoft.com/office/officeart/2005/8/layout/orgChart1"/>
    <dgm:cxn modelId="{BDFBDD65-D785-4A75-9148-37ED956B21F9}" srcId="{DBEC5EC7-42ED-4C0C-9529-49377A018868}" destId="{3DF9F52D-090B-47EA-AB71-91CF9C46887C}" srcOrd="0" destOrd="0" parTransId="{6D745090-9300-42F3-8419-ECB5263D3FE5}" sibTransId="{13E7E4BE-39AA-4642-AAEF-187CA9B8FA09}"/>
    <dgm:cxn modelId="{9C1F6B67-97C0-45EB-9C30-D64AB644668F}" type="presOf" srcId="{3E1DD7F1-C654-4316-A393-74E834C9EB1A}" destId="{DB957F9F-72B0-4F7D-B792-24D2768D5AE6}" srcOrd="0" destOrd="0" presId="urn:microsoft.com/office/officeart/2005/8/layout/orgChart1"/>
    <dgm:cxn modelId="{9E7DCE67-3244-4DA4-9E02-5253D152E914}" type="presOf" srcId="{C8B5E7B5-A5F4-449A-9E37-07A831D874EE}" destId="{ED8F6956-ED74-47A5-B6E2-7FEF40990842}" srcOrd="0" destOrd="0" presId="urn:microsoft.com/office/officeart/2005/8/layout/orgChart1"/>
    <dgm:cxn modelId="{40628848-B99F-47FE-9052-60A6CB1B7B64}" type="presOf" srcId="{3DF9F52D-090B-47EA-AB71-91CF9C46887C}" destId="{48B4E166-97B0-4489-B517-F46B52097BB6}" srcOrd="0" destOrd="0" presId="urn:microsoft.com/office/officeart/2005/8/layout/orgChart1"/>
    <dgm:cxn modelId="{F44D8A48-FC31-4A1D-800B-D218F100E82D}" type="presOf" srcId="{1E2AF7A0-8844-4ADF-ADCC-57727C9D21F6}" destId="{8077F461-E77E-40EB-BF2D-E691FE2AF6DD}" srcOrd="0" destOrd="0" presId="urn:microsoft.com/office/officeart/2005/8/layout/orgChart1"/>
    <dgm:cxn modelId="{A56AD848-A610-4E39-87EC-597B2D49BF2C}" type="presOf" srcId="{02F743CC-0452-4D99-A883-0E691DF84945}" destId="{C4D69EEF-E490-4B93-A6D1-59D693FED652}" srcOrd="1" destOrd="0" presId="urn:microsoft.com/office/officeart/2005/8/layout/orgChart1"/>
    <dgm:cxn modelId="{E2D20649-85A1-4349-906B-32992C5B89A8}" type="presOf" srcId="{BAB8CC91-CAA0-4D59-A45B-CCCDD0DFB7C3}" destId="{1AD3CDBF-EB33-4082-A67B-9034586D87B1}" srcOrd="1" destOrd="0" presId="urn:microsoft.com/office/officeart/2005/8/layout/orgChart1"/>
    <dgm:cxn modelId="{26F68C6A-447F-4ED9-9F33-8E9B758323ED}" type="presOf" srcId="{980BF4DD-E023-4939-9596-BF32A5DE5907}" destId="{9D5515C9-0A94-43C1-BC86-1CDFCFB392CC}" srcOrd="0" destOrd="0" presId="urn:microsoft.com/office/officeart/2005/8/layout/orgChart1"/>
    <dgm:cxn modelId="{53787F6E-7A18-4809-9C4F-EFAEC5D2B0A1}" type="presOf" srcId="{F216B8E2-DDAE-4C3C-B78A-DB6958232D84}" destId="{AF9E2ED3-0744-4348-A092-BFC1E7B14785}" srcOrd="0" destOrd="0" presId="urn:microsoft.com/office/officeart/2005/8/layout/orgChart1"/>
    <dgm:cxn modelId="{79450B51-9246-443E-BAEE-2B99C3EBED94}" type="presOf" srcId="{3341D47C-63A4-43F4-8086-889AFBF97907}" destId="{0ACA1A34-1831-4EDA-B013-DAFA5D1439F2}" srcOrd="1" destOrd="0" presId="urn:microsoft.com/office/officeart/2005/8/layout/orgChart1"/>
    <dgm:cxn modelId="{5A6D8E71-830B-4D68-88C7-423CF8D0049F}" srcId="{02F743CC-0452-4D99-A883-0E691DF84945}" destId="{C8B5E7B5-A5F4-449A-9E37-07A831D874EE}" srcOrd="0" destOrd="0" parTransId="{980BF4DD-E023-4939-9596-BF32A5DE5907}" sibTransId="{31DCE531-1B8C-4800-AF4C-DB2A625098F4}"/>
    <dgm:cxn modelId="{65949971-2B14-42DB-AE17-E9475C4675F0}" type="presOf" srcId="{1E2AF7A0-8844-4ADF-ADCC-57727C9D21F6}" destId="{2E00FCD0-95FD-413B-BF1D-E872CA26BE4A}" srcOrd="1" destOrd="0" presId="urn:microsoft.com/office/officeart/2005/8/layout/orgChart1"/>
    <dgm:cxn modelId="{791DA274-35C8-4387-9CEC-F9234773FF77}" srcId="{DBEC5EC7-42ED-4C0C-9529-49377A018868}" destId="{3E1DD7F1-C654-4316-A393-74E834C9EB1A}" srcOrd="1" destOrd="0" parTransId="{3569459C-694B-4E65-918C-963DD528D425}" sibTransId="{A455AB04-4628-46C2-A66B-6B975322C347}"/>
    <dgm:cxn modelId="{E3C88B75-0CAA-4EA9-A765-FBF2043C1D6D}" type="presOf" srcId="{C8B5E7B5-A5F4-449A-9E37-07A831D874EE}" destId="{23816441-22C9-462A-8002-B0BEC4A1939E}" srcOrd="1" destOrd="0" presId="urn:microsoft.com/office/officeart/2005/8/layout/orgChart1"/>
    <dgm:cxn modelId="{7A167576-CBA8-4162-9D7C-DA7518627F67}" type="presOf" srcId="{F68EC184-5183-4226-8629-B0F0E797AECC}" destId="{F2DBDA25-0885-4274-B725-A570848940E4}" srcOrd="0" destOrd="0" presId="urn:microsoft.com/office/officeart/2005/8/layout/orgChart1"/>
    <dgm:cxn modelId="{E05D7477-B250-41F4-B221-9D1F32845727}" type="presOf" srcId="{5DD9EA0B-FD4B-47EE-A5D8-00DB2032D056}" destId="{E4633DB0-AD93-4B54-9D21-2E7A80576BAC}" srcOrd="1" destOrd="0" presId="urn:microsoft.com/office/officeart/2005/8/layout/orgChart1"/>
    <dgm:cxn modelId="{B46D4383-737C-479C-94E6-E2F7C81937B7}" srcId="{BAB8CC91-CAA0-4D59-A45B-CCCDD0DFB7C3}" destId="{DAB387CE-DC70-4B27-90A5-9C90F18CC395}" srcOrd="0" destOrd="0" parTransId="{2FA44269-0ADF-4761-85E4-F3AB20038E70}" sibTransId="{2CB3E76E-6F0E-49A0-B145-E6B2E6CEB1C7}"/>
    <dgm:cxn modelId="{5ACD4188-95AB-4805-B208-E4A275B6CA68}" type="presOf" srcId="{DBEC5EC7-42ED-4C0C-9529-49377A018868}" destId="{0624A0DB-2A56-42B6-8AD8-DCCE55415E57}" srcOrd="0" destOrd="0" presId="urn:microsoft.com/office/officeart/2005/8/layout/orgChart1"/>
    <dgm:cxn modelId="{E85A1D8E-699B-4876-B120-9A05B12AC2F9}" type="presOf" srcId="{3569459C-694B-4E65-918C-963DD528D425}" destId="{14BBD1A2-0817-4CE7-9C53-40F9089D22E0}" srcOrd="0" destOrd="0" presId="urn:microsoft.com/office/officeart/2005/8/layout/orgChart1"/>
    <dgm:cxn modelId="{58668791-C90F-4324-923B-377885064FCF}" type="presOf" srcId="{22B2656C-7DA6-4AD8-8973-8F43611AF056}" destId="{7CD13C2D-7B9E-4688-A545-9C5625B3BD0F}" srcOrd="1" destOrd="0" presId="urn:microsoft.com/office/officeart/2005/8/layout/orgChart1"/>
    <dgm:cxn modelId="{590FC694-8090-44EC-9D9E-B57342EF8C6E}" type="presOf" srcId="{8620CE3B-D9C4-43EB-B72C-490F5311F37C}" destId="{3BD593B1-047D-42D6-AA15-FDB36F3269D6}" srcOrd="0" destOrd="0" presId="urn:microsoft.com/office/officeart/2005/8/layout/orgChart1"/>
    <dgm:cxn modelId="{3387B795-3654-47EC-B1A0-A15C32ACB584}" type="presOf" srcId="{0380B4E8-0CE9-45B6-94A5-EA71938643E7}" destId="{41E77F2A-BA88-4CDB-B17C-943FE252241C}" srcOrd="1" destOrd="0" presId="urn:microsoft.com/office/officeart/2005/8/layout/orgChart1"/>
    <dgm:cxn modelId="{080C199A-96C3-496B-B576-73002F064A0B}" type="presOf" srcId="{E3B4B92B-A775-446C-BCA3-0FEB22975E80}" destId="{37FA2B19-4C85-4EA1-8E4E-9A293D973515}" srcOrd="0" destOrd="0" presId="urn:microsoft.com/office/officeart/2005/8/layout/orgChart1"/>
    <dgm:cxn modelId="{2429999A-59B1-4D3A-9538-2948366E0014}" type="presOf" srcId="{DAB387CE-DC70-4B27-90A5-9C90F18CC395}" destId="{6AD1F161-F7E5-4BC6-881F-132027068A79}" srcOrd="1" destOrd="0" presId="urn:microsoft.com/office/officeart/2005/8/layout/orgChart1"/>
    <dgm:cxn modelId="{41C11B9D-C088-4F2C-811C-C2BE9BA8A575}" type="presOf" srcId="{9DFE2AD5-8187-42D7-9FAC-839C290F3004}" destId="{16CF27C6-D6CC-4F0D-8F5E-1ABE59A47E33}" srcOrd="0" destOrd="0" presId="urn:microsoft.com/office/officeart/2005/8/layout/orgChart1"/>
    <dgm:cxn modelId="{7FA8869F-2369-4761-874D-B52ADDDD5831}" type="presOf" srcId="{DD12EDEC-E63E-41A4-AA6A-765D03700F8D}" destId="{B6619302-DE82-4393-87A3-FE76354118A1}" srcOrd="1" destOrd="0" presId="urn:microsoft.com/office/officeart/2005/8/layout/orgChart1"/>
    <dgm:cxn modelId="{92331AA8-59C1-49C1-8ED9-8FFA194FA858}" srcId="{DBEC5EC7-42ED-4C0C-9529-49377A018868}" destId="{02F743CC-0452-4D99-A883-0E691DF84945}" srcOrd="2" destOrd="0" parTransId="{22411CAF-2EC9-43F6-A58C-3E5B383E75A7}" sibTransId="{7F854D4E-905B-4FD5-B985-61C5F84AF7CD}"/>
    <dgm:cxn modelId="{4B9BCEA9-C722-4ECC-BE81-1901BA83538B}" srcId="{3E1DD7F1-C654-4316-A393-74E834C9EB1A}" destId="{22B2656C-7DA6-4AD8-8973-8F43611AF056}" srcOrd="1" destOrd="0" parTransId="{E8D9E071-FF04-430A-8881-682CA6D64491}" sibTransId="{3EFD1B98-91C1-4295-975C-DA539374AB62}"/>
    <dgm:cxn modelId="{FE32D5A9-10A1-47A5-8D7D-83B6630E642B}" type="presOf" srcId="{72E73970-A1AA-41F0-BF3E-FBAE8AA2ABD1}" destId="{834D94E4-6919-4D2B-A579-9A10D59187A4}" srcOrd="0" destOrd="0" presId="urn:microsoft.com/office/officeart/2005/8/layout/orgChart1"/>
    <dgm:cxn modelId="{C41A0EAA-BC37-4A18-9F89-A553AD5A4AD2}" type="presOf" srcId="{9516FD18-66CB-415A-8DD5-995358BEE230}" destId="{2A511E70-664B-4F89-9599-7AB6B80F75D5}" srcOrd="0" destOrd="0" presId="urn:microsoft.com/office/officeart/2005/8/layout/orgChart1"/>
    <dgm:cxn modelId="{4B855CAC-AC68-439D-A52A-D6A9E3DAAD06}" type="presOf" srcId="{6D745090-9300-42F3-8419-ECB5263D3FE5}" destId="{815C2AB6-853A-4F37-A0CD-B39D1A4FFEB2}" srcOrd="0" destOrd="0" presId="urn:microsoft.com/office/officeart/2005/8/layout/orgChart1"/>
    <dgm:cxn modelId="{BA79A1AD-FB31-4CF0-9E9A-64B2079FE576}" type="presOf" srcId="{8C31D71E-DC15-4B60-A584-14D527124F05}" destId="{90D3825F-C031-42BC-88B6-F885271C2F15}" srcOrd="0" destOrd="0" presId="urn:microsoft.com/office/officeart/2005/8/layout/orgChart1"/>
    <dgm:cxn modelId="{E9FDF6AD-5559-4FB9-9258-2093628193D2}" type="presOf" srcId="{22411CAF-2EC9-43F6-A58C-3E5B383E75A7}" destId="{57286D5F-50A2-4D63-A1AF-9D84944D0C9F}" srcOrd="0" destOrd="0" presId="urn:microsoft.com/office/officeart/2005/8/layout/orgChart1"/>
    <dgm:cxn modelId="{C942E0B0-E2AD-4151-AACD-AEAF799F1014}" type="presOf" srcId="{3E1DD7F1-C654-4316-A393-74E834C9EB1A}" destId="{AACF4318-131C-442D-9333-529018D89884}" srcOrd="1" destOrd="0" presId="urn:microsoft.com/office/officeart/2005/8/layout/orgChart1"/>
    <dgm:cxn modelId="{4E645BB5-A2F2-4D25-A26B-9A5B2AD9C34D}" type="presOf" srcId="{DD12EDEC-E63E-41A4-AA6A-765D03700F8D}" destId="{8D07C1E6-E78B-434F-ACF5-3C1A06BFE164}" srcOrd="0" destOrd="0" presId="urn:microsoft.com/office/officeart/2005/8/layout/orgChart1"/>
    <dgm:cxn modelId="{CAB5A0B5-AAAB-4B98-9BCF-034570CACD39}" srcId="{F68EC184-5183-4226-8629-B0F0E797AECC}" destId="{DBEC5EC7-42ED-4C0C-9529-49377A018868}" srcOrd="0" destOrd="0" parTransId="{4C61C75F-D517-47CC-BEBF-14A01F593C5B}" sibTransId="{755BA92A-D09F-4552-96A1-DA07318CAEF4}"/>
    <dgm:cxn modelId="{B5996FB9-C0C4-43B1-B524-18369658E98A}" srcId="{3E1DD7F1-C654-4316-A393-74E834C9EB1A}" destId="{DD12EDEC-E63E-41A4-AA6A-765D03700F8D}" srcOrd="3" destOrd="0" parTransId="{8620CE3B-D9C4-43EB-B72C-490F5311F37C}" sibTransId="{ACED4561-C98E-491E-AC00-F36484EF5F99}"/>
    <dgm:cxn modelId="{27BA97C6-95B9-440E-B133-B8D8A4CD7C4A}" srcId="{3E1DD7F1-C654-4316-A393-74E834C9EB1A}" destId="{72E73970-A1AA-41F0-BF3E-FBAE8AA2ABD1}" srcOrd="0" destOrd="0" parTransId="{2CC84D59-0E21-416C-B566-8E4EB45CDE7B}" sibTransId="{589C26AF-A149-475C-B9C5-4D4942B4A528}"/>
    <dgm:cxn modelId="{38980DCB-09C2-4D85-AA89-9AA4E7C61E3E}" srcId="{02F743CC-0452-4D99-A883-0E691DF84945}" destId="{98D70EF1-FE52-4CA8-A4B8-C680EB5794EF}" srcOrd="1" destOrd="0" parTransId="{9DFE2AD5-8187-42D7-9FAC-839C290F3004}" sibTransId="{E2BCA4F9-24EC-499B-A111-084173BE68AA}"/>
    <dgm:cxn modelId="{051CDFCE-C73F-43DB-ACBA-A51A4682211D}" type="presOf" srcId="{BAB8CC91-CAA0-4D59-A45B-CCCDD0DFB7C3}" destId="{EB42EB4F-25EB-4DB2-A289-3EBF172FD436}" srcOrd="0" destOrd="0" presId="urn:microsoft.com/office/officeart/2005/8/layout/orgChart1"/>
    <dgm:cxn modelId="{6C85F0D6-F042-458D-BF62-A25C5F3A8EF5}" type="presOf" srcId="{206C0DC6-60EF-49D0-AB61-5620D1BBE145}" destId="{61E35C6D-52BE-42F5-A856-949BA4F185CE}" srcOrd="1" destOrd="0" presId="urn:microsoft.com/office/officeart/2005/8/layout/orgChart1"/>
    <dgm:cxn modelId="{586190DF-E0FD-4FE3-9D9E-21FC6E37C8EC}" type="presOf" srcId="{2FA44269-0ADF-4761-85E4-F3AB20038E70}" destId="{7BE30279-AF0B-4376-8C83-AD67E04B1AA4}" srcOrd="0" destOrd="0" presId="urn:microsoft.com/office/officeart/2005/8/layout/orgChart1"/>
    <dgm:cxn modelId="{40570AE0-D178-4F80-B782-C5343DA90456}" type="presOf" srcId="{E3B4B92B-A775-446C-BCA3-0FEB22975E80}" destId="{F59513F4-8255-4D25-9AA9-8257FE1A3862}" srcOrd="1" destOrd="0" presId="urn:microsoft.com/office/officeart/2005/8/layout/orgChart1"/>
    <dgm:cxn modelId="{22F25BE1-FF06-4C4A-A16D-DF1BD36E6B34}" type="presOf" srcId="{7074BA1E-DFEF-4733-812B-EAA7E950537D}" destId="{FCF263EA-8DE3-4199-B212-322A2CA8B236}" srcOrd="0" destOrd="0" presId="urn:microsoft.com/office/officeart/2005/8/layout/orgChart1"/>
    <dgm:cxn modelId="{B1DCE7E3-82D8-4846-A2B0-32AABF4DCF54}" type="presOf" srcId="{3EFD54C2-52B8-4E9B-9D71-6C44D2886FF2}" destId="{F9F883C5-707C-4F8A-8F32-D44AF7302A05}" srcOrd="1" destOrd="0" presId="urn:microsoft.com/office/officeart/2005/8/layout/orgChart1"/>
    <dgm:cxn modelId="{D88D8BE8-76E6-49FD-85D5-71D01D51A586}" type="presOf" srcId="{E8D9E071-FF04-430A-8881-682CA6D64491}" destId="{6A9F3C22-78F8-4A0B-AC09-1668B93FA539}" srcOrd="0" destOrd="0" presId="urn:microsoft.com/office/officeart/2005/8/layout/orgChart1"/>
    <dgm:cxn modelId="{7816E8EC-EB73-40F1-8160-F0ABBEE102B4}" type="presOf" srcId="{9EEC67A2-A131-4ACB-A951-58682104DA46}" destId="{EE8DC933-648D-4AF3-BA49-AB8A657747C9}" srcOrd="0" destOrd="0" presId="urn:microsoft.com/office/officeart/2005/8/layout/orgChart1"/>
    <dgm:cxn modelId="{65796CF4-2F78-4DDD-A15A-5F9DE07D0665}" srcId="{DBEC5EC7-42ED-4C0C-9529-49377A018868}" destId="{E3B4B92B-A775-446C-BCA3-0FEB22975E80}" srcOrd="4" destOrd="0" parTransId="{5239FF59-963D-4450-AC07-F138D377E8AD}" sibTransId="{A238CD9D-733D-45D3-8C8F-D911EC4269E0}"/>
    <dgm:cxn modelId="{3FE60DF8-D3C6-40ED-B38A-585E5CFBA714}" type="presOf" srcId="{D56B0281-007C-4651-B402-1074A8070BD7}" destId="{7053A4FA-777A-46EA-869B-473368D42AD1}" srcOrd="0" destOrd="0" presId="urn:microsoft.com/office/officeart/2005/8/layout/orgChart1"/>
    <dgm:cxn modelId="{B0A525F8-7C47-4A4F-B990-3CDF18C92A48}" srcId="{3341D47C-63A4-43F4-8086-889AFBF97907}" destId="{5DD9EA0B-FD4B-47EE-A5D8-00DB2032D056}" srcOrd="0" destOrd="0" parTransId="{CBED35A4-698A-4704-8CCF-E730080757B8}" sibTransId="{3F9B7AC9-70BC-4960-BEB0-9281E87A50F2}"/>
    <dgm:cxn modelId="{670F1993-5C8E-465B-9127-BCF24EEBD1CB}" type="presParOf" srcId="{F2DBDA25-0885-4274-B725-A570848940E4}" destId="{95B64F14-E7D9-4062-BCBA-72AA2926E2E8}" srcOrd="0" destOrd="0" presId="urn:microsoft.com/office/officeart/2005/8/layout/orgChart1"/>
    <dgm:cxn modelId="{2B8B4949-03B2-4B33-946A-D04E198FBF92}" type="presParOf" srcId="{95B64F14-E7D9-4062-BCBA-72AA2926E2E8}" destId="{E7650FBB-8DAB-48B0-A868-875F5AA90406}" srcOrd="0" destOrd="0" presId="urn:microsoft.com/office/officeart/2005/8/layout/orgChart1"/>
    <dgm:cxn modelId="{A754BC66-A46B-43DA-9ADF-3771BE6A69C4}" type="presParOf" srcId="{E7650FBB-8DAB-48B0-A868-875F5AA90406}" destId="{0624A0DB-2A56-42B6-8AD8-DCCE55415E57}" srcOrd="0" destOrd="0" presId="urn:microsoft.com/office/officeart/2005/8/layout/orgChart1"/>
    <dgm:cxn modelId="{0126A189-7AFC-47C2-A4B5-F8961628AE7C}" type="presParOf" srcId="{E7650FBB-8DAB-48B0-A868-875F5AA90406}" destId="{A41DF725-580C-4CC9-90E6-AA1AB643BAAE}" srcOrd="1" destOrd="0" presId="urn:microsoft.com/office/officeart/2005/8/layout/orgChart1"/>
    <dgm:cxn modelId="{209D8EA4-C26B-4C46-867C-7FB2864EA8DE}" type="presParOf" srcId="{95B64F14-E7D9-4062-BCBA-72AA2926E2E8}" destId="{856B4492-BE86-49A3-8777-271DE2B1F158}" srcOrd="1" destOrd="0" presId="urn:microsoft.com/office/officeart/2005/8/layout/orgChart1"/>
    <dgm:cxn modelId="{69FCCDEC-45A4-4AD7-BDA4-E6B478534160}" type="presParOf" srcId="{856B4492-BE86-49A3-8777-271DE2B1F158}" destId="{14BBD1A2-0817-4CE7-9C53-40F9089D22E0}" srcOrd="0" destOrd="0" presId="urn:microsoft.com/office/officeart/2005/8/layout/orgChart1"/>
    <dgm:cxn modelId="{4541C939-B999-462B-A078-1E2D7DA38524}" type="presParOf" srcId="{856B4492-BE86-49A3-8777-271DE2B1F158}" destId="{B0FF0772-EED4-4B41-8509-7CFA6A7FE8B3}" srcOrd="1" destOrd="0" presId="urn:microsoft.com/office/officeart/2005/8/layout/orgChart1"/>
    <dgm:cxn modelId="{094A3E8A-87E9-4432-B47A-107C91F56FC9}" type="presParOf" srcId="{B0FF0772-EED4-4B41-8509-7CFA6A7FE8B3}" destId="{80E43AA5-5FDE-4503-9B62-501A331363DF}" srcOrd="0" destOrd="0" presId="urn:microsoft.com/office/officeart/2005/8/layout/orgChart1"/>
    <dgm:cxn modelId="{90203E78-1514-491E-B6FF-1EDBCCFD2912}" type="presParOf" srcId="{80E43AA5-5FDE-4503-9B62-501A331363DF}" destId="{DB957F9F-72B0-4F7D-B792-24D2768D5AE6}" srcOrd="0" destOrd="0" presId="urn:microsoft.com/office/officeart/2005/8/layout/orgChart1"/>
    <dgm:cxn modelId="{B40A559E-9EB1-493F-AE9B-331AD37F26AB}" type="presParOf" srcId="{80E43AA5-5FDE-4503-9B62-501A331363DF}" destId="{AACF4318-131C-442D-9333-529018D89884}" srcOrd="1" destOrd="0" presId="urn:microsoft.com/office/officeart/2005/8/layout/orgChart1"/>
    <dgm:cxn modelId="{5CBBD6F9-3404-4DBC-94EC-620E8ED1A556}" type="presParOf" srcId="{B0FF0772-EED4-4B41-8509-7CFA6A7FE8B3}" destId="{584DBD31-2760-491C-A585-3B17E67283AD}" srcOrd="1" destOrd="0" presId="urn:microsoft.com/office/officeart/2005/8/layout/orgChart1"/>
    <dgm:cxn modelId="{66456BF5-0E34-4F25-B367-E24E243D277A}" type="presParOf" srcId="{584DBD31-2760-491C-A585-3B17E67283AD}" destId="{A238D823-7E4A-421B-AE0A-F5424C7FFC39}" srcOrd="0" destOrd="0" presId="urn:microsoft.com/office/officeart/2005/8/layout/orgChart1"/>
    <dgm:cxn modelId="{39524000-8165-47B5-B1C2-6F7B95F1CC54}" type="presParOf" srcId="{584DBD31-2760-491C-A585-3B17E67283AD}" destId="{A1A0A6CE-2AC2-47DF-B85E-933CF54CCDE6}" srcOrd="1" destOrd="0" presId="urn:microsoft.com/office/officeart/2005/8/layout/orgChart1"/>
    <dgm:cxn modelId="{08F20743-A1E2-41A6-AA2F-2B0B00364EAC}" type="presParOf" srcId="{A1A0A6CE-2AC2-47DF-B85E-933CF54CCDE6}" destId="{0E6B519C-2222-4985-AF23-73BCA9E563F8}" srcOrd="0" destOrd="0" presId="urn:microsoft.com/office/officeart/2005/8/layout/orgChart1"/>
    <dgm:cxn modelId="{515E8207-94A5-4723-8071-C5698A48AF5A}" type="presParOf" srcId="{0E6B519C-2222-4985-AF23-73BCA9E563F8}" destId="{834D94E4-6919-4D2B-A579-9A10D59187A4}" srcOrd="0" destOrd="0" presId="urn:microsoft.com/office/officeart/2005/8/layout/orgChart1"/>
    <dgm:cxn modelId="{1256CF36-A18D-4308-B0CD-CB546C28BB73}" type="presParOf" srcId="{0E6B519C-2222-4985-AF23-73BCA9E563F8}" destId="{481792BF-CA23-4FC4-B503-3FFF3D9AF204}" srcOrd="1" destOrd="0" presId="urn:microsoft.com/office/officeart/2005/8/layout/orgChart1"/>
    <dgm:cxn modelId="{0C85D379-C820-49B3-8804-6547D8A6857B}" type="presParOf" srcId="{A1A0A6CE-2AC2-47DF-B85E-933CF54CCDE6}" destId="{49DC6D1C-FBD1-4E1B-84AD-86CB6AAC1042}" srcOrd="1" destOrd="0" presId="urn:microsoft.com/office/officeart/2005/8/layout/orgChart1"/>
    <dgm:cxn modelId="{887751FB-7C02-4438-8D9E-AB62930B984A}" type="presParOf" srcId="{49DC6D1C-FBD1-4E1B-84AD-86CB6AAC1042}" destId="{7053A4FA-777A-46EA-869B-473368D42AD1}" srcOrd="0" destOrd="0" presId="urn:microsoft.com/office/officeart/2005/8/layout/orgChart1"/>
    <dgm:cxn modelId="{EA86B8FF-B32E-4614-AB8D-58577FEDEDBE}" type="presParOf" srcId="{49DC6D1C-FBD1-4E1B-84AD-86CB6AAC1042}" destId="{B2D9A13F-28A3-4BCE-9471-9D5708FFC199}" srcOrd="1" destOrd="0" presId="urn:microsoft.com/office/officeart/2005/8/layout/orgChart1"/>
    <dgm:cxn modelId="{37F41255-DB88-4E8E-B6AE-E8A0F5FFE629}" type="presParOf" srcId="{B2D9A13F-28A3-4BCE-9471-9D5708FFC199}" destId="{2778C58B-7A16-4AC3-93A0-DDDA0401154B}" srcOrd="0" destOrd="0" presId="urn:microsoft.com/office/officeart/2005/8/layout/orgChart1"/>
    <dgm:cxn modelId="{016087A1-2ACB-471B-9CBC-10B4FB42BF82}" type="presParOf" srcId="{2778C58B-7A16-4AC3-93A0-DDDA0401154B}" destId="{90D3825F-C031-42BC-88B6-F885271C2F15}" srcOrd="0" destOrd="0" presId="urn:microsoft.com/office/officeart/2005/8/layout/orgChart1"/>
    <dgm:cxn modelId="{1ED2997D-A091-454B-A0F9-79E82825AAEB}" type="presParOf" srcId="{2778C58B-7A16-4AC3-93A0-DDDA0401154B}" destId="{C05B71DE-DB1C-44FE-A30B-8CC68F867A57}" srcOrd="1" destOrd="0" presId="urn:microsoft.com/office/officeart/2005/8/layout/orgChart1"/>
    <dgm:cxn modelId="{1677A1C3-9762-4384-828A-D5E179C2179B}" type="presParOf" srcId="{B2D9A13F-28A3-4BCE-9471-9D5708FFC199}" destId="{B168B041-4489-40A4-A094-116530010716}" srcOrd="1" destOrd="0" presId="urn:microsoft.com/office/officeart/2005/8/layout/orgChart1"/>
    <dgm:cxn modelId="{2BA1D8D5-BB59-4D71-816D-1DED05308DD1}" type="presParOf" srcId="{B2D9A13F-28A3-4BCE-9471-9D5708FFC199}" destId="{03509C1D-73C3-4A4F-ABDA-E8FB8E8C054D}" srcOrd="2" destOrd="0" presId="urn:microsoft.com/office/officeart/2005/8/layout/orgChart1"/>
    <dgm:cxn modelId="{2337B197-B2FA-458A-8E65-D7A5090916ED}" type="presParOf" srcId="{A1A0A6CE-2AC2-47DF-B85E-933CF54CCDE6}" destId="{9D9F015C-8D0A-4420-829E-BC4DF6E46FC5}" srcOrd="2" destOrd="0" presId="urn:microsoft.com/office/officeart/2005/8/layout/orgChart1"/>
    <dgm:cxn modelId="{5583B97A-8FB5-4D57-B6A5-B207F6FAE0A1}" type="presParOf" srcId="{584DBD31-2760-491C-A585-3B17E67283AD}" destId="{6A9F3C22-78F8-4A0B-AC09-1668B93FA539}" srcOrd="2" destOrd="0" presId="urn:microsoft.com/office/officeart/2005/8/layout/orgChart1"/>
    <dgm:cxn modelId="{2C375E55-04E0-492A-96F1-2489C66D5D50}" type="presParOf" srcId="{584DBD31-2760-491C-A585-3B17E67283AD}" destId="{E5513ADE-DEF8-40BF-8068-560B11CA0BBC}" srcOrd="3" destOrd="0" presId="urn:microsoft.com/office/officeart/2005/8/layout/orgChart1"/>
    <dgm:cxn modelId="{ACB0842E-E166-42A3-AB22-D6C620729B33}" type="presParOf" srcId="{E5513ADE-DEF8-40BF-8068-560B11CA0BBC}" destId="{7FACD376-C484-4340-BF39-FE4D062EFE59}" srcOrd="0" destOrd="0" presId="urn:microsoft.com/office/officeart/2005/8/layout/orgChart1"/>
    <dgm:cxn modelId="{FBDA3F81-20C2-4261-96A6-00582607089E}" type="presParOf" srcId="{7FACD376-C484-4340-BF39-FE4D062EFE59}" destId="{9318AD48-C857-442C-A98D-46457B476A31}" srcOrd="0" destOrd="0" presId="urn:microsoft.com/office/officeart/2005/8/layout/orgChart1"/>
    <dgm:cxn modelId="{369DCB50-1450-4D12-8C88-867D555F6975}" type="presParOf" srcId="{7FACD376-C484-4340-BF39-FE4D062EFE59}" destId="{7CD13C2D-7B9E-4688-A545-9C5625B3BD0F}" srcOrd="1" destOrd="0" presId="urn:microsoft.com/office/officeart/2005/8/layout/orgChart1"/>
    <dgm:cxn modelId="{33208A7C-ED6C-42D1-A6BD-31626DC57FA7}" type="presParOf" srcId="{E5513ADE-DEF8-40BF-8068-560B11CA0BBC}" destId="{7DD6E89F-DFF7-4F2A-8788-AEC926DCF218}" srcOrd="1" destOrd="0" presId="urn:microsoft.com/office/officeart/2005/8/layout/orgChart1"/>
    <dgm:cxn modelId="{B48DE4A3-6513-4CAC-9876-A51A89E8B4DC}" type="presParOf" srcId="{7DD6E89F-DFF7-4F2A-8788-AEC926DCF218}" destId="{FCF263EA-8DE3-4199-B212-322A2CA8B236}" srcOrd="0" destOrd="0" presId="urn:microsoft.com/office/officeart/2005/8/layout/orgChart1"/>
    <dgm:cxn modelId="{C55F2B0E-CD03-4175-8E3C-2626378F772A}" type="presParOf" srcId="{7DD6E89F-DFF7-4F2A-8788-AEC926DCF218}" destId="{BABAD884-88F8-49D9-821B-108930AAECA4}" srcOrd="1" destOrd="0" presId="urn:microsoft.com/office/officeart/2005/8/layout/orgChart1"/>
    <dgm:cxn modelId="{3392186B-04D2-4CF7-8FDC-7D4AF5B2DFBE}" type="presParOf" srcId="{BABAD884-88F8-49D9-821B-108930AAECA4}" destId="{37D28E06-4662-4E81-9A80-C2601098D339}" srcOrd="0" destOrd="0" presId="urn:microsoft.com/office/officeart/2005/8/layout/orgChart1"/>
    <dgm:cxn modelId="{B07E69E8-5630-4908-AEE0-D0CBC4740317}" type="presParOf" srcId="{37D28E06-4662-4E81-9A80-C2601098D339}" destId="{28A2D974-9872-452F-91BA-AAAD376AB498}" srcOrd="0" destOrd="0" presId="urn:microsoft.com/office/officeart/2005/8/layout/orgChart1"/>
    <dgm:cxn modelId="{6D4EEA3E-0E7E-44B9-BADA-B1336BBD2DA6}" type="presParOf" srcId="{37D28E06-4662-4E81-9A80-C2601098D339}" destId="{61E35C6D-52BE-42F5-A856-949BA4F185CE}" srcOrd="1" destOrd="0" presId="urn:microsoft.com/office/officeart/2005/8/layout/orgChart1"/>
    <dgm:cxn modelId="{EE105BDE-EDED-4E02-BD96-75453A793FA6}" type="presParOf" srcId="{BABAD884-88F8-49D9-821B-108930AAECA4}" destId="{4CCF779E-DEEE-4A39-8265-DB8A9C83371D}" srcOrd="1" destOrd="0" presId="urn:microsoft.com/office/officeart/2005/8/layout/orgChart1"/>
    <dgm:cxn modelId="{1D8FC05C-7CB7-48DD-A2BD-E075244F7267}" type="presParOf" srcId="{BABAD884-88F8-49D9-821B-108930AAECA4}" destId="{4B8546A2-FDA2-4E26-AEA2-379E76CFF794}" srcOrd="2" destOrd="0" presId="urn:microsoft.com/office/officeart/2005/8/layout/orgChart1"/>
    <dgm:cxn modelId="{333494CC-2524-4A82-972B-C8AC9503951A}" type="presParOf" srcId="{E5513ADE-DEF8-40BF-8068-560B11CA0BBC}" destId="{6BAF88BB-4DFE-4E62-A878-6CD87774856D}" srcOrd="2" destOrd="0" presId="urn:microsoft.com/office/officeart/2005/8/layout/orgChart1"/>
    <dgm:cxn modelId="{2D8D58C4-4B6B-4A4A-B3A3-0C970051A68B}" type="presParOf" srcId="{584DBD31-2760-491C-A585-3B17E67283AD}" destId="{2A511E70-664B-4F89-9599-7AB6B80F75D5}" srcOrd="4" destOrd="0" presId="urn:microsoft.com/office/officeart/2005/8/layout/orgChart1"/>
    <dgm:cxn modelId="{60D53076-FBB0-469C-84C8-BBE3D5BD8B19}" type="presParOf" srcId="{584DBD31-2760-491C-A585-3B17E67283AD}" destId="{5744AE1B-396A-4322-884E-68EFE90A058C}" srcOrd="5" destOrd="0" presId="urn:microsoft.com/office/officeart/2005/8/layout/orgChart1"/>
    <dgm:cxn modelId="{2A1AD494-2861-44AE-A5CC-18A2C21F0F55}" type="presParOf" srcId="{5744AE1B-396A-4322-884E-68EFE90A058C}" destId="{B77511E3-5E52-4016-92AC-11B3399694AB}" srcOrd="0" destOrd="0" presId="urn:microsoft.com/office/officeart/2005/8/layout/orgChart1"/>
    <dgm:cxn modelId="{3EF59578-698F-4126-93A6-1092180696AB}" type="presParOf" srcId="{B77511E3-5E52-4016-92AC-11B3399694AB}" destId="{8077F461-E77E-40EB-BF2D-E691FE2AF6DD}" srcOrd="0" destOrd="0" presId="urn:microsoft.com/office/officeart/2005/8/layout/orgChart1"/>
    <dgm:cxn modelId="{AF0F20A0-BA20-4999-AD3E-0A917AFAEFB3}" type="presParOf" srcId="{B77511E3-5E52-4016-92AC-11B3399694AB}" destId="{2E00FCD0-95FD-413B-BF1D-E872CA26BE4A}" srcOrd="1" destOrd="0" presId="urn:microsoft.com/office/officeart/2005/8/layout/orgChart1"/>
    <dgm:cxn modelId="{8E4E3406-6B0E-4EE7-9FD3-7B1EFC4E236A}" type="presParOf" srcId="{5744AE1B-396A-4322-884E-68EFE90A058C}" destId="{B7C5585C-833A-47DB-8AE2-903CE9580F34}" srcOrd="1" destOrd="0" presId="urn:microsoft.com/office/officeart/2005/8/layout/orgChart1"/>
    <dgm:cxn modelId="{3D03AD91-DBC4-4033-92D2-27EBBDE09C3F}" type="presParOf" srcId="{B7C5585C-833A-47DB-8AE2-903CE9580F34}" destId="{AF9E2ED3-0744-4348-A092-BFC1E7B14785}" srcOrd="0" destOrd="0" presId="urn:microsoft.com/office/officeart/2005/8/layout/orgChart1"/>
    <dgm:cxn modelId="{C55DF0EF-C6C7-4434-9326-F33A9D64FD4A}" type="presParOf" srcId="{B7C5585C-833A-47DB-8AE2-903CE9580F34}" destId="{05262498-0C55-4FF3-8C70-311E6E1C9A59}" srcOrd="1" destOrd="0" presId="urn:microsoft.com/office/officeart/2005/8/layout/orgChart1"/>
    <dgm:cxn modelId="{F7AC776D-9653-4F8D-81D2-22B3AFAA1913}" type="presParOf" srcId="{05262498-0C55-4FF3-8C70-311E6E1C9A59}" destId="{8CDF19AD-8353-4D5F-A2E1-76478A9B2BC3}" srcOrd="0" destOrd="0" presId="urn:microsoft.com/office/officeart/2005/8/layout/orgChart1"/>
    <dgm:cxn modelId="{3D0E521E-6EA6-40D6-932A-CF7002A2DE02}" type="presParOf" srcId="{8CDF19AD-8353-4D5F-A2E1-76478A9B2BC3}" destId="{C8BBC977-2B70-44E9-BFE7-24CABEF73DE9}" srcOrd="0" destOrd="0" presId="urn:microsoft.com/office/officeart/2005/8/layout/orgChart1"/>
    <dgm:cxn modelId="{55DCB4D7-C331-4A70-A48B-261BCA9D5167}" type="presParOf" srcId="{8CDF19AD-8353-4D5F-A2E1-76478A9B2BC3}" destId="{41E77F2A-BA88-4CDB-B17C-943FE252241C}" srcOrd="1" destOrd="0" presId="urn:microsoft.com/office/officeart/2005/8/layout/orgChart1"/>
    <dgm:cxn modelId="{E5443375-91A2-4D2C-86B2-2A3D3A50D30A}" type="presParOf" srcId="{05262498-0C55-4FF3-8C70-311E6E1C9A59}" destId="{AA49EE34-0DD2-4C90-B764-3FDD863B2BC1}" srcOrd="1" destOrd="0" presId="urn:microsoft.com/office/officeart/2005/8/layout/orgChart1"/>
    <dgm:cxn modelId="{581E5551-D4EA-4E00-81A2-0D846852298A}" type="presParOf" srcId="{05262498-0C55-4FF3-8C70-311E6E1C9A59}" destId="{41D64C36-16CE-4D2E-AD48-C3EC90DCA884}" srcOrd="2" destOrd="0" presId="urn:microsoft.com/office/officeart/2005/8/layout/orgChart1"/>
    <dgm:cxn modelId="{98A6C783-784F-495A-BE89-B6C99F2CE17B}" type="presParOf" srcId="{5744AE1B-396A-4322-884E-68EFE90A058C}" destId="{C4FA731F-E4F4-49C7-B34D-AEB35768095C}" srcOrd="2" destOrd="0" presId="urn:microsoft.com/office/officeart/2005/8/layout/orgChart1"/>
    <dgm:cxn modelId="{B53CF986-58D9-45A7-B7E0-741C61B2696B}" type="presParOf" srcId="{584DBD31-2760-491C-A585-3B17E67283AD}" destId="{3BD593B1-047D-42D6-AA15-FDB36F3269D6}" srcOrd="6" destOrd="0" presId="urn:microsoft.com/office/officeart/2005/8/layout/orgChart1"/>
    <dgm:cxn modelId="{9336DBED-B216-44B8-9CE3-72B5700A06D3}" type="presParOf" srcId="{584DBD31-2760-491C-A585-3B17E67283AD}" destId="{D2F1C85D-F49A-4808-BC5F-0F3961060470}" srcOrd="7" destOrd="0" presId="urn:microsoft.com/office/officeart/2005/8/layout/orgChart1"/>
    <dgm:cxn modelId="{6B5DD5B7-F887-47CB-9CB8-5A8F60CB09B5}" type="presParOf" srcId="{D2F1C85D-F49A-4808-BC5F-0F3961060470}" destId="{B729FF8B-65B0-431B-818A-B55622FB5F0F}" srcOrd="0" destOrd="0" presId="urn:microsoft.com/office/officeart/2005/8/layout/orgChart1"/>
    <dgm:cxn modelId="{62F24F9B-F550-49D3-AAD3-F659B91C76FD}" type="presParOf" srcId="{B729FF8B-65B0-431B-818A-B55622FB5F0F}" destId="{8D07C1E6-E78B-434F-ACF5-3C1A06BFE164}" srcOrd="0" destOrd="0" presId="urn:microsoft.com/office/officeart/2005/8/layout/orgChart1"/>
    <dgm:cxn modelId="{9829E4CF-1CAF-4A1C-99D1-1C6460D0FF24}" type="presParOf" srcId="{B729FF8B-65B0-431B-818A-B55622FB5F0F}" destId="{B6619302-DE82-4393-87A3-FE76354118A1}" srcOrd="1" destOrd="0" presId="urn:microsoft.com/office/officeart/2005/8/layout/orgChart1"/>
    <dgm:cxn modelId="{A213988E-76A2-4A5D-B259-DBCB2F260D7F}" type="presParOf" srcId="{D2F1C85D-F49A-4808-BC5F-0F3961060470}" destId="{1B7BD897-497C-4487-8A75-6A545DDF9311}" srcOrd="1" destOrd="0" presId="urn:microsoft.com/office/officeart/2005/8/layout/orgChart1"/>
    <dgm:cxn modelId="{C8885046-B560-4A4D-A5F1-9C08ECEFC6B7}" type="presParOf" srcId="{D2F1C85D-F49A-4808-BC5F-0F3961060470}" destId="{DEA28D77-A0BB-4763-9254-AC47A1305A85}" srcOrd="2" destOrd="0" presId="urn:microsoft.com/office/officeart/2005/8/layout/orgChart1"/>
    <dgm:cxn modelId="{0698D559-44FC-40DC-AFB7-6098C4A022EA}" type="presParOf" srcId="{B0FF0772-EED4-4B41-8509-7CFA6A7FE8B3}" destId="{5A7541D6-566D-4C54-A5FC-A52EEEE573CF}" srcOrd="2" destOrd="0" presId="urn:microsoft.com/office/officeart/2005/8/layout/orgChart1"/>
    <dgm:cxn modelId="{5E8F5229-E2E7-4F73-85F2-23B1E2D7CC11}" type="presParOf" srcId="{856B4492-BE86-49A3-8777-271DE2B1F158}" destId="{57286D5F-50A2-4D63-A1AF-9D84944D0C9F}" srcOrd="2" destOrd="0" presId="urn:microsoft.com/office/officeart/2005/8/layout/orgChart1"/>
    <dgm:cxn modelId="{BB162911-5B67-42B6-9010-52B8B5CAFF54}" type="presParOf" srcId="{856B4492-BE86-49A3-8777-271DE2B1F158}" destId="{31C15868-AEF8-48EB-8427-0C62E1BB33D4}" srcOrd="3" destOrd="0" presId="urn:microsoft.com/office/officeart/2005/8/layout/orgChart1"/>
    <dgm:cxn modelId="{1EC65F77-48E0-4F83-ADF1-D63B6704D0EA}" type="presParOf" srcId="{31C15868-AEF8-48EB-8427-0C62E1BB33D4}" destId="{AD5A268D-F2E3-44E9-A20F-13555D674551}" srcOrd="0" destOrd="0" presId="urn:microsoft.com/office/officeart/2005/8/layout/orgChart1"/>
    <dgm:cxn modelId="{E678AC14-1E91-4076-83D7-85970BEC2850}" type="presParOf" srcId="{AD5A268D-F2E3-44E9-A20F-13555D674551}" destId="{1F45E52C-0140-406C-984D-0E7631F7D6A5}" srcOrd="0" destOrd="0" presId="urn:microsoft.com/office/officeart/2005/8/layout/orgChart1"/>
    <dgm:cxn modelId="{3353F12E-F30E-4AF0-9C9B-B4FFC7BFE3AB}" type="presParOf" srcId="{AD5A268D-F2E3-44E9-A20F-13555D674551}" destId="{C4D69EEF-E490-4B93-A6D1-59D693FED652}" srcOrd="1" destOrd="0" presId="urn:microsoft.com/office/officeart/2005/8/layout/orgChart1"/>
    <dgm:cxn modelId="{5B43C63F-32F9-43F0-84A9-D129FA442E19}" type="presParOf" srcId="{31C15868-AEF8-48EB-8427-0C62E1BB33D4}" destId="{F7C75568-09AC-4A6A-AB76-D5926FD1F921}" srcOrd="1" destOrd="0" presId="urn:microsoft.com/office/officeart/2005/8/layout/orgChart1"/>
    <dgm:cxn modelId="{7FE35A91-5EA6-448C-8372-E4085A0F9190}" type="presParOf" srcId="{F7C75568-09AC-4A6A-AB76-D5926FD1F921}" destId="{9D5515C9-0A94-43C1-BC86-1CDFCFB392CC}" srcOrd="0" destOrd="0" presId="urn:microsoft.com/office/officeart/2005/8/layout/orgChart1"/>
    <dgm:cxn modelId="{9A2A1188-ED7A-41A0-9796-2149338CF25F}" type="presParOf" srcId="{F7C75568-09AC-4A6A-AB76-D5926FD1F921}" destId="{8852AA97-F259-4207-BA24-EC3C647BC435}" srcOrd="1" destOrd="0" presId="urn:microsoft.com/office/officeart/2005/8/layout/orgChart1"/>
    <dgm:cxn modelId="{C822ADDA-4688-426C-8005-FEAB008CCF4B}" type="presParOf" srcId="{8852AA97-F259-4207-BA24-EC3C647BC435}" destId="{6F2B0EEA-4C3C-4707-A48E-C0A9D0BDE530}" srcOrd="0" destOrd="0" presId="urn:microsoft.com/office/officeart/2005/8/layout/orgChart1"/>
    <dgm:cxn modelId="{2CF31CC2-3CBA-444B-B8C1-74B4EDC3C12C}" type="presParOf" srcId="{6F2B0EEA-4C3C-4707-A48E-C0A9D0BDE530}" destId="{ED8F6956-ED74-47A5-B6E2-7FEF40990842}" srcOrd="0" destOrd="0" presId="urn:microsoft.com/office/officeart/2005/8/layout/orgChart1"/>
    <dgm:cxn modelId="{985C230D-803C-434E-8096-59269696303F}" type="presParOf" srcId="{6F2B0EEA-4C3C-4707-A48E-C0A9D0BDE530}" destId="{23816441-22C9-462A-8002-B0BEC4A1939E}" srcOrd="1" destOrd="0" presId="urn:microsoft.com/office/officeart/2005/8/layout/orgChart1"/>
    <dgm:cxn modelId="{3E9D7E3D-07CB-4AF7-A517-87DBE4B5C054}" type="presParOf" srcId="{8852AA97-F259-4207-BA24-EC3C647BC435}" destId="{A5E8D184-8C7C-401B-BDDE-E0D418C4D401}" srcOrd="1" destOrd="0" presId="urn:microsoft.com/office/officeart/2005/8/layout/orgChart1"/>
    <dgm:cxn modelId="{00B841D8-D402-45DE-AD30-40AF388599CA}" type="presParOf" srcId="{8852AA97-F259-4207-BA24-EC3C647BC435}" destId="{DAF228D2-4996-44EC-A5AF-960B25792E2E}" srcOrd="2" destOrd="0" presId="urn:microsoft.com/office/officeart/2005/8/layout/orgChart1"/>
    <dgm:cxn modelId="{B0B0C8EC-F00B-4A3B-809B-DF362C91B77F}" type="presParOf" srcId="{F7C75568-09AC-4A6A-AB76-D5926FD1F921}" destId="{16CF27C6-D6CC-4F0D-8F5E-1ABE59A47E33}" srcOrd="2" destOrd="0" presId="urn:microsoft.com/office/officeart/2005/8/layout/orgChart1"/>
    <dgm:cxn modelId="{BEA4B2B9-4D2A-4480-8208-77008C19A01E}" type="presParOf" srcId="{F7C75568-09AC-4A6A-AB76-D5926FD1F921}" destId="{8C6CDA15-9947-44E4-83D2-A5DFEA08296C}" srcOrd="3" destOrd="0" presId="urn:microsoft.com/office/officeart/2005/8/layout/orgChart1"/>
    <dgm:cxn modelId="{24E6642C-4CE1-480F-9300-74979E9C6F14}" type="presParOf" srcId="{8C6CDA15-9947-44E4-83D2-A5DFEA08296C}" destId="{86924CA6-9C96-4405-949C-8131E55EA4C8}" srcOrd="0" destOrd="0" presId="urn:microsoft.com/office/officeart/2005/8/layout/orgChart1"/>
    <dgm:cxn modelId="{BFBAA436-F3F9-4664-94FF-C5D2CC20CA8B}" type="presParOf" srcId="{86924CA6-9C96-4405-949C-8131E55EA4C8}" destId="{A055EAF6-1DC1-4AC5-B5F4-1ABEB00B1A72}" srcOrd="0" destOrd="0" presId="urn:microsoft.com/office/officeart/2005/8/layout/orgChart1"/>
    <dgm:cxn modelId="{2BD1563A-686C-4A25-9172-DE7DA0F1726B}" type="presParOf" srcId="{86924CA6-9C96-4405-949C-8131E55EA4C8}" destId="{CB98B130-429B-4C7B-9803-28F2C8D83A03}" srcOrd="1" destOrd="0" presId="urn:microsoft.com/office/officeart/2005/8/layout/orgChart1"/>
    <dgm:cxn modelId="{09B11134-EE2B-42C9-8E82-6793196541BD}" type="presParOf" srcId="{8C6CDA15-9947-44E4-83D2-A5DFEA08296C}" destId="{15AAA015-23B6-48E6-BCE4-5F459219AEED}" srcOrd="1" destOrd="0" presId="urn:microsoft.com/office/officeart/2005/8/layout/orgChart1"/>
    <dgm:cxn modelId="{4416928D-1295-4E2B-AA57-4BB4B928602D}" type="presParOf" srcId="{8C6CDA15-9947-44E4-83D2-A5DFEA08296C}" destId="{FF3E6DEE-7EAF-4695-850E-D1F94EB9BB32}" srcOrd="2" destOrd="0" presId="urn:microsoft.com/office/officeart/2005/8/layout/orgChart1"/>
    <dgm:cxn modelId="{EF22B69F-1F05-4CD2-A979-28824E919E6B}" type="presParOf" srcId="{31C15868-AEF8-48EB-8427-0C62E1BB33D4}" destId="{DE03E970-822A-4C3B-B415-8A5596E8A198}" srcOrd="2" destOrd="0" presId="urn:microsoft.com/office/officeart/2005/8/layout/orgChart1"/>
    <dgm:cxn modelId="{F1774D32-D61A-4D5E-9D12-84741058E0B1}" type="presParOf" srcId="{856B4492-BE86-49A3-8777-271DE2B1F158}" destId="{16C13BFD-045F-47B5-B5CF-891FD15DDE3F}" srcOrd="4" destOrd="0" presId="urn:microsoft.com/office/officeart/2005/8/layout/orgChart1"/>
    <dgm:cxn modelId="{D08F8D73-2C45-49BF-A288-662E24A47E18}" type="presParOf" srcId="{856B4492-BE86-49A3-8777-271DE2B1F158}" destId="{773BABA5-D595-485E-B734-1E04AEEC993A}" srcOrd="5" destOrd="0" presId="urn:microsoft.com/office/officeart/2005/8/layout/orgChart1"/>
    <dgm:cxn modelId="{852A1896-1F46-45EA-9A4F-BD58C3F85E89}" type="presParOf" srcId="{773BABA5-D595-485E-B734-1E04AEEC993A}" destId="{6EC8EDCC-6235-4225-BBB7-314ED24697D2}" srcOrd="0" destOrd="0" presId="urn:microsoft.com/office/officeart/2005/8/layout/orgChart1"/>
    <dgm:cxn modelId="{6AA86645-4852-4B36-ACE6-B2DB6688FE53}" type="presParOf" srcId="{6EC8EDCC-6235-4225-BBB7-314ED24697D2}" destId="{EC0C8096-762B-46AB-9B08-966AF6EC1B2F}" srcOrd="0" destOrd="0" presId="urn:microsoft.com/office/officeart/2005/8/layout/orgChart1"/>
    <dgm:cxn modelId="{03385006-64A5-41C5-ACCF-DFB0C1E273E4}" type="presParOf" srcId="{6EC8EDCC-6235-4225-BBB7-314ED24697D2}" destId="{F9F883C5-707C-4F8A-8F32-D44AF7302A05}" srcOrd="1" destOrd="0" presId="urn:microsoft.com/office/officeart/2005/8/layout/orgChart1"/>
    <dgm:cxn modelId="{E26B0D10-2BCD-40F0-95E3-AB1ECB5BA43B}" type="presParOf" srcId="{773BABA5-D595-485E-B734-1E04AEEC993A}" destId="{53C01094-38BD-4A89-8EE9-CE27132CB99A}" srcOrd="1" destOrd="0" presId="urn:microsoft.com/office/officeart/2005/8/layout/orgChart1"/>
    <dgm:cxn modelId="{58E1AB43-A8B4-474D-9E1D-818735F938F6}" type="presParOf" srcId="{53C01094-38BD-4A89-8EE9-CE27132CB99A}" destId="{EE8DC933-648D-4AF3-BA49-AB8A657747C9}" srcOrd="0" destOrd="0" presId="urn:microsoft.com/office/officeart/2005/8/layout/orgChart1"/>
    <dgm:cxn modelId="{60F94603-75A7-426C-8340-BA733FDDD992}" type="presParOf" srcId="{53C01094-38BD-4A89-8EE9-CE27132CB99A}" destId="{19E41CA3-3B76-4F10-B90D-24D6AD36BC64}" srcOrd="1" destOrd="0" presId="urn:microsoft.com/office/officeart/2005/8/layout/orgChart1"/>
    <dgm:cxn modelId="{665C8012-A14F-4F08-8E10-6B98BE3D15C6}" type="presParOf" srcId="{19E41CA3-3B76-4F10-B90D-24D6AD36BC64}" destId="{E8DC0F4B-57CD-4058-8823-0691408A9B0A}" srcOrd="0" destOrd="0" presId="urn:microsoft.com/office/officeart/2005/8/layout/orgChart1"/>
    <dgm:cxn modelId="{D440588A-ABE1-4E45-9CD4-D9BE0F1DF99F}" type="presParOf" srcId="{E8DC0F4B-57CD-4058-8823-0691408A9B0A}" destId="{EB42EB4F-25EB-4DB2-A289-3EBF172FD436}" srcOrd="0" destOrd="0" presId="urn:microsoft.com/office/officeart/2005/8/layout/orgChart1"/>
    <dgm:cxn modelId="{554E2A98-1A03-481E-ACD3-0934119171C0}" type="presParOf" srcId="{E8DC0F4B-57CD-4058-8823-0691408A9B0A}" destId="{1AD3CDBF-EB33-4082-A67B-9034586D87B1}" srcOrd="1" destOrd="0" presId="urn:microsoft.com/office/officeart/2005/8/layout/orgChart1"/>
    <dgm:cxn modelId="{28373B9C-0592-4125-A2E9-88FF5D0D23DC}" type="presParOf" srcId="{19E41CA3-3B76-4F10-B90D-24D6AD36BC64}" destId="{E6FF6C30-2F65-482E-BE50-C90075C106D1}" srcOrd="1" destOrd="0" presId="urn:microsoft.com/office/officeart/2005/8/layout/orgChart1"/>
    <dgm:cxn modelId="{989D5744-E8A7-403C-846A-B2C497E5E164}" type="presParOf" srcId="{E6FF6C30-2F65-482E-BE50-C90075C106D1}" destId="{7BE30279-AF0B-4376-8C83-AD67E04B1AA4}" srcOrd="0" destOrd="0" presId="urn:microsoft.com/office/officeart/2005/8/layout/orgChart1"/>
    <dgm:cxn modelId="{4478C6D9-2772-45D7-8790-D4EBE04A351B}" type="presParOf" srcId="{E6FF6C30-2F65-482E-BE50-C90075C106D1}" destId="{CDFDA8BF-5D81-435C-91F2-E111843E59C4}" srcOrd="1" destOrd="0" presId="urn:microsoft.com/office/officeart/2005/8/layout/orgChart1"/>
    <dgm:cxn modelId="{5D2F0CBE-C55D-418B-8225-8424B8F3B555}" type="presParOf" srcId="{CDFDA8BF-5D81-435C-91F2-E111843E59C4}" destId="{3137CA24-F03C-4EB6-A533-5C8BCCEA0FF9}" srcOrd="0" destOrd="0" presId="urn:microsoft.com/office/officeart/2005/8/layout/orgChart1"/>
    <dgm:cxn modelId="{0D94F4B8-795F-44A9-810E-938A67F3F223}" type="presParOf" srcId="{3137CA24-F03C-4EB6-A533-5C8BCCEA0FF9}" destId="{9B17B85B-C908-4B59-BD88-B7407A7815DF}" srcOrd="0" destOrd="0" presId="urn:microsoft.com/office/officeart/2005/8/layout/orgChart1"/>
    <dgm:cxn modelId="{E8E09B70-B1D6-4CE6-892D-E5950191EC96}" type="presParOf" srcId="{3137CA24-F03C-4EB6-A533-5C8BCCEA0FF9}" destId="{6AD1F161-F7E5-4BC6-881F-132027068A79}" srcOrd="1" destOrd="0" presId="urn:microsoft.com/office/officeart/2005/8/layout/orgChart1"/>
    <dgm:cxn modelId="{28FDB0E3-42B0-4F77-A043-9B148D3B5B3D}" type="presParOf" srcId="{CDFDA8BF-5D81-435C-91F2-E111843E59C4}" destId="{2F30B509-A247-44B8-849C-46D8F8D05F9F}" srcOrd="1" destOrd="0" presId="urn:microsoft.com/office/officeart/2005/8/layout/orgChart1"/>
    <dgm:cxn modelId="{241DE153-31F9-4552-8227-6021A05D026A}" type="presParOf" srcId="{CDFDA8BF-5D81-435C-91F2-E111843E59C4}" destId="{A426DE83-58BB-49C4-9B2F-5534FA82F82E}" srcOrd="2" destOrd="0" presId="urn:microsoft.com/office/officeart/2005/8/layout/orgChart1"/>
    <dgm:cxn modelId="{D83A7CFF-6A90-4B82-9422-6B5002E271D0}" type="presParOf" srcId="{19E41CA3-3B76-4F10-B90D-24D6AD36BC64}" destId="{B990FC1F-9512-4930-820C-3DA2848220C0}" srcOrd="2" destOrd="0" presId="urn:microsoft.com/office/officeart/2005/8/layout/orgChart1"/>
    <dgm:cxn modelId="{6C8DCED1-8AFB-4C1D-9BBF-48DA49A0A130}" type="presParOf" srcId="{53C01094-38BD-4A89-8EE9-CE27132CB99A}" destId="{26B410CA-9DE8-4C5A-892D-FF4E8B3D3808}" srcOrd="2" destOrd="0" presId="urn:microsoft.com/office/officeart/2005/8/layout/orgChart1"/>
    <dgm:cxn modelId="{F113692D-292E-497B-A5DA-BA78151A2C5F}" type="presParOf" srcId="{53C01094-38BD-4A89-8EE9-CE27132CB99A}" destId="{889A3B5D-17CF-4107-8CA9-CD6EFE83DBFA}" srcOrd="3" destOrd="0" presId="urn:microsoft.com/office/officeart/2005/8/layout/orgChart1"/>
    <dgm:cxn modelId="{2EF31C56-2C9B-4F07-A2CC-5244B999A3B6}" type="presParOf" srcId="{889A3B5D-17CF-4107-8CA9-CD6EFE83DBFA}" destId="{C4C6C961-91F5-431A-8697-7A635D2D5E44}" srcOrd="0" destOrd="0" presId="urn:microsoft.com/office/officeart/2005/8/layout/orgChart1"/>
    <dgm:cxn modelId="{0E4A2CD1-AB80-426A-A13E-E62B6AD33344}" type="presParOf" srcId="{C4C6C961-91F5-431A-8697-7A635D2D5E44}" destId="{ACD9BF76-3F26-4EF5-ADFC-355EDCDAA128}" srcOrd="0" destOrd="0" presId="urn:microsoft.com/office/officeart/2005/8/layout/orgChart1"/>
    <dgm:cxn modelId="{802DE7C7-2FE9-4F0A-BA19-2E95DFBA929B}" type="presParOf" srcId="{C4C6C961-91F5-431A-8697-7A635D2D5E44}" destId="{0ACA1A34-1831-4EDA-B013-DAFA5D1439F2}" srcOrd="1" destOrd="0" presId="urn:microsoft.com/office/officeart/2005/8/layout/orgChart1"/>
    <dgm:cxn modelId="{BAA117FC-0E3D-4D2E-A6DC-1A64226C943F}" type="presParOf" srcId="{889A3B5D-17CF-4107-8CA9-CD6EFE83DBFA}" destId="{4C4A649D-000C-46F4-8E79-89CB1EFA0912}" srcOrd="1" destOrd="0" presId="urn:microsoft.com/office/officeart/2005/8/layout/orgChart1"/>
    <dgm:cxn modelId="{2B1DC5A4-1077-401F-B85B-D717BD7029D3}" type="presParOf" srcId="{4C4A649D-000C-46F4-8E79-89CB1EFA0912}" destId="{1B07E20B-0762-49B7-BFF5-2227209EEFB0}" srcOrd="0" destOrd="0" presId="urn:microsoft.com/office/officeart/2005/8/layout/orgChart1"/>
    <dgm:cxn modelId="{ECF7C9E6-405D-4A27-B055-F3CBBD4C8C73}" type="presParOf" srcId="{4C4A649D-000C-46F4-8E79-89CB1EFA0912}" destId="{22C09FB0-038F-4CA4-A145-F56924C84756}" srcOrd="1" destOrd="0" presId="urn:microsoft.com/office/officeart/2005/8/layout/orgChart1"/>
    <dgm:cxn modelId="{AD42BE73-9AAD-44B6-A7CF-3FF0AD86D78E}" type="presParOf" srcId="{22C09FB0-038F-4CA4-A145-F56924C84756}" destId="{57FD0AE6-A835-43D4-902A-8982D96D5B16}" srcOrd="0" destOrd="0" presId="urn:microsoft.com/office/officeart/2005/8/layout/orgChart1"/>
    <dgm:cxn modelId="{980D8648-B4F1-4413-A0AD-A52B79BDDEA2}" type="presParOf" srcId="{57FD0AE6-A835-43D4-902A-8982D96D5B16}" destId="{F6DDDFB0-9390-478F-B781-7D76F58C6079}" srcOrd="0" destOrd="0" presId="urn:microsoft.com/office/officeart/2005/8/layout/orgChart1"/>
    <dgm:cxn modelId="{69014E79-85CA-4269-B26E-0E24DCA582A2}" type="presParOf" srcId="{57FD0AE6-A835-43D4-902A-8982D96D5B16}" destId="{E4633DB0-AD93-4B54-9D21-2E7A80576BAC}" srcOrd="1" destOrd="0" presId="urn:microsoft.com/office/officeart/2005/8/layout/orgChart1"/>
    <dgm:cxn modelId="{D9E1E510-B1CB-4977-AD7F-998AF88B77BB}" type="presParOf" srcId="{22C09FB0-038F-4CA4-A145-F56924C84756}" destId="{68601E97-F0C5-439E-9C5C-C179DC7CC1A5}" srcOrd="1" destOrd="0" presId="urn:microsoft.com/office/officeart/2005/8/layout/orgChart1"/>
    <dgm:cxn modelId="{CDFA2AFC-E8F5-4E9C-8970-366F967AA670}" type="presParOf" srcId="{22C09FB0-038F-4CA4-A145-F56924C84756}" destId="{3D602CB6-F89B-4C0B-ACFA-5B8607E1C55C}" srcOrd="2" destOrd="0" presId="urn:microsoft.com/office/officeart/2005/8/layout/orgChart1"/>
    <dgm:cxn modelId="{F613C6A5-86C8-499B-9BFA-45E2578B5844}" type="presParOf" srcId="{889A3B5D-17CF-4107-8CA9-CD6EFE83DBFA}" destId="{76402971-1AAF-4B91-8589-FCE0BE151727}" srcOrd="2" destOrd="0" presId="urn:microsoft.com/office/officeart/2005/8/layout/orgChart1"/>
    <dgm:cxn modelId="{908B1B73-F722-40E0-A5F6-5F5BA6359E53}" type="presParOf" srcId="{773BABA5-D595-485E-B734-1E04AEEC993A}" destId="{450AF737-9ACE-4651-8AF2-0FF4FA259940}" srcOrd="2" destOrd="0" presId="urn:microsoft.com/office/officeart/2005/8/layout/orgChart1"/>
    <dgm:cxn modelId="{596372D3-C2E3-4877-BB80-CAE2BF976C30}" type="presParOf" srcId="{856B4492-BE86-49A3-8777-271DE2B1F158}" destId="{FE9F99CE-15BC-4CFE-AFDF-BDF0B9398A03}" srcOrd="6" destOrd="0" presId="urn:microsoft.com/office/officeart/2005/8/layout/orgChart1"/>
    <dgm:cxn modelId="{DBD82B1F-80B0-45EC-983B-31C2B54CA1F7}" type="presParOf" srcId="{856B4492-BE86-49A3-8777-271DE2B1F158}" destId="{6166A6CF-E38E-4DF3-A513-B9B5F04C1C45}" srcOrd="7" destOrd="0" presId="urn:microsoft.com/office/officeart/2005/8/layout/orgChart1"/>
    <dgm:cxn modelId="{D2EDBCA4-0266-4D48-8343-0E79614C0781}" type="presParOf" srcId="{6166A6CF-E38E-4DF3-A513-B9B5F04C1C45}" destId="{C840405F-8D8D-4EBB-BCA0-B4136D0C43B5}" srcOrd="0" destOrd="0" presId="urn:microsoft.com/office/officeart/2005/8/layout/orgChart1"/>
    <dgm:cxn modelId="{87313969-6524-48A4-B8BC-AF09243C725F}" type="presParOf" srcId="{C840405F-8D8D-4EBB-BCA0-B4136D0C43B5}" destId="{37FA2B19-4C85-4EA1-8E4E-9A293D973515}" srcOrd="0" destOrd="0" presId="urn:microsoft.com/office/officeart/2005/8/layout/orgChart1"/>
    <dgm:cxn modelId="{32C922A8-597C-4F30-8DF5-423E5EF824AD}" type="presParOf" srcId="{C840405F-8D8D-4EBB-BCA0-B4136D0C43B5}" destId="{F59513F4-8255-4D25-9AA9-8257FE1A3862}" srcOrd="1" destOrd="0" presId="urn:microsoft.com/office/officeart/2005/8/layout/orgChart1"/>
    <dgm:cxn modelId="{85872FAC-C5E4-48DC-B153-EF268B12A88A}" type="presParOf" srcId="{6166A6CF-E38E-4DF3-A513-B9B5F04C1C45}" destId="{28AFB4BF-1B0A-438C-9CD1-DE56F19789DD}" srcOrd="1" destOrd="0" presId="urn:microsoft.com/office/officeart/2005/8/layout/orgChart1"/>
    <dgm:cxn modelId="{8311C1D3-2752-4C38-B84C-2BFE5D95FACC}" type="presParOf" srcId="{6166A6CF-E38E-4DF3-A513-B9B5F04C1C45}" destId="{C01C2AB1-F15A-460F-9C63-52470A47CE1D}" srcOrd="2" destOrd="0" presId="urn:microsoft.com/office/officeart/2005/8/layout/orgChart1"/>
    <dgm:cxn modelId="{A402A104-1EED-43E8-B9B6-E369FD371791}" type="presParOf" srcId="{95B64F14-E7D9-4062-BCBA-72AA2926E2E8}" destId="{BB946754-1FBC-49C3-B5F5-C2D92F125AA7}" srcOrd="2" destOrd="0" presId="urn:microsoft.com/office/officeart/2005/8/layout/orgChart1"/>
    <dgm:cxn modelId="{7F8C2447-26A3-4BE5-BA46-FFF4B08124D4}" type="presParOf" srcId="{BB946754-1FBC-49C3-B5F5-C2D92F125AA7}" destId="{815C2AB6-853A-4F37-A0CD-B39D1A4FFEB2}" srcOrd="0" destOrd="0" presId="urn:microsoft.com/office/officeart/2005/8/layout/orgChart1"/>
    <dgm:cxn modelId="{8EACB351-140C-42C7-A398-158992DA528D}" type="presParOf" srcId="{BB946754-1FBC-49C3-B5F5-C2D92F125AA7}" destId="{0F16D451-616D-4E1C-AB14-1AD36C67EC67}" srcOrd="1" destOrd="0" presId="urn:microsoft.com/office/officeart/2005/8/layout/orgChart1"/>
    <dgm:cxn modelId="{4D92F7F0-BA82-464B-B5BE-60A575AE44BC}" type="presParOf" srcId="{0F16D451-616D-4E1C-AB14-1AD36C67EC67}" destId="{DAF0CF64-8FA6-47CC-9723-16CA0703E8B9}" srcOrd="0" destOrd="0" presId="urn:microsoft.com/office/officeart/2005/8/layout/orgChart1"/>
    <dgm:cxn modelId="{79A81963-D237-4789-AFDF-B53598BF65B3}" type="presParOf" srcId="{DAF0CF64-8FA6-47CC-9723-16CA0703E8B9}" destId="{48B4E166-97B0-4489-B517-F46B52097BB6}" srcOrd="0" destOrd="0" presId="urn:microsoft.com/office/officeart/2005/8/layout/orgChart1"/>
    <dgm:cxn modelId="{ACD5C719-13F5-4010-AA73-FE7A6B5FD241}" type="presParOf" srcId="{DAF0CF64-8FA6-47CC-9723-16CA0703E8B9}" destId="{83BD2544-90A5-4397-9E43-2FA416E670A5}" srcOrd="1" destOrd="0" presId="urn:microsoft.com/office/officeart/2005/8/layout/orgChart1"/>
    <dgm:cxn modelId="{6E334F28-4383-405D-B580-0720D2412709}" type="presParOf" srcId="{0F16D451-616D-4E1C-AB14-1AD36C67EC67}" destId="{FC148BF1-F9F9-40CA-BBA5-9C681B60C0A6}" srcOrd="1" destOrd="0" presId="urn:microsoft.com/office/officeart/2005/8/layout/orgChart1"/>
    <dgm:cxn modelId="{5F482479-FA77-4355-987B-BCC0759C7373}" type="presParOf" srcId="{0F16D451-616D-4E1C-AB14-1AD36C67EC67}" destId="{13EFDB60-3706-497F-A01D-2B39F22C672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8EC184-5183-4226-8629-B0F0E797AEC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BEC5EC7-42ED-4C0C-9529-49377A018868}">
      <dgm:prSet phldrT="[Text]" custT="1"/>
      <dgm:spPr/>
      <dgm:t>
        <a:bodyPr/>
        <a:lstStyle/>
        <a:p>
          <a:r>
            <a:rPr lang="en-IN" sz="1000" b="1" dirty="0"/>
            <a:t>P.BANK &amp; TRAVEL </a:t>
          </a:r>
        </a:p>
        <a:p>
          <a:r>
            <a:rPr lang="en-IN" sz="1000" b="1" dirty="0"/>
            <a:t>HARISH OBEROI</a:t>
          </a:r>
        </a:p>
        <a:p>
          <a:r>
            <a:rPr lang="en-IN" sz="1000" b="1" dirty="0"/>
            <a:t>VP-BUSINESS HEAD</a:t>
          </a:r>
        </a:p>
      </dgm:t>
    </dgm:pt>
    <dgm:pt modelId="{4C61C75F-D517-47CC-BEBF-14A01F593C5B}" type="parTrans" cxnId="{CAB5A0B5-AAAB-4B98-9BCF-034570CACD39}">
      <dgm:prSet/>
      <dgm:spPr/>
      <dgm:t>
        <a:bodyPr/>
        <a:lstStyle/>
        <a:p>
          <a:endParaRPr lang="en-IN"/>
        </a:p>
      </dgm:t>
    </dgm:pt>
    <dgm:pt modelId="{755BA92A-D09F-4552-96A1-DA07318CAEF4}" type="sibTrans" cxnId="{CAB5A0B5-AAAB-4B98-9BCF-034570CACD39}">
      <dgm:prSet/>
      <dgm:spPr/>
      <dgm:t>
        <a:bodyPr/>
        <a:lstStyle/>
        <a:p>
          <a:endParaRPr lang="en-IN"/>
        </a:p>
      </dgm:t>
    </dgm:pt>
    <dgm:pt modelId="{3DF9F52D-090B-47EA-AB71-91CF9C46887C}" type="asst">
      <dgm:prSet phldrT="[Text]" custT="1"/>
      <dgm:spPr/>
      <dgm:t>
        <a:bodyPr/>
        <a:lstStyle/>
        <a:p>
          <a:r>
            <a:rPr lang="en-IN" sz="1000" b="1" dirty="0"/>
            <a:t>2 IC- TO BE JOIN</a:t>
          </a:r>
        </a:p>
        <a:p>
          <a:endParaRPr lang="en-IN" sz="1000" b="1" dirty="0"/>
        </a:p>
      </dgm:t>
    </dgm:pt>
    <dgm:pt modelId="{6D745090-9300-42F3-8419-ECB5263D3FE5}" type="parTrans" cxnId="{BDFBDD65-D785-4A75-9148-37ED956B21F9}">
      <dgm:prSet/>
      <dgm:spPr/>
      <dgm:t>
        <a:bodyPr/>
        <a:lstStyle/>
        <a:p>
          <a:endParaRPr lang="en-IN" sz="1000" b="1"/>
        </a:p>
      </dgm:t>
    </dgm:pt>
    <dgm:pt modelId="{13E7E4BE-39AA-4642-AAEF-187CA9B8FA09}" type="sibTrans" cxnId="{BDFBDD65-D785-4A75-9148-37ED956B21F9}">
      <dgm:prSet/>
      <dgm:spPr/>
      <dgm:t>
        <a:bodyPr/>
        <a:lstStyle/>
        <a:p>
          <a:endParaRPr lang="en-IN"/>
        </a:p>
      </dgm:t>
    </dgm:pt>
    <dgm:pt modelId="{E3B4B92B-A775-446C-BCA3-0FEB22975E80}">
      <dgm:prSet phldrT="[Text]" custT="1"/>
      <dgm:spPr/>
      <dgm:t>
        <a:bodyPr/>
        <a:lstStyle/>
        <a:p>
          <a:r>
            <a:rPr lang="en-IN" sz="1000" b="1" dirty="0"/>
            <a:t>PRODUCT MGR.</a:t>
          </a:r>
        </a:p>
        <a:p>
          <a:r>
            <a:rPr lang="en-IN" sz="1000" b="1" dirty="0"/>
            <a:t>Anupam Singh</a:t>
          </a:r>
        </a:p>
      </dgm:t>
    </dgm:pt>
    <dgm:pt modelId="{5239FF59-963D-4450-AC07-F138D377E8AD}" type="parTrans" cxnId="{65796CF4-2F78-4DDD-A15A-5F9DE07D0665}">
      <dgm:prSet/>
      <dgm:spPr/>
      <dgm:t>
        <a:bodyPr/>
        <a:lstStyle/>
        <a:p>
          <a:endParaRPr lang="en-IN" sz="1000" b="1"/>
        </a:p>
      </dgm:t>
    </dgm:pt>
    <dgm:pt modelId="{A238CD9D-733D-45D3-8C8F-D911EC4269E0}" type="sibTrans" cxnId="{65796CF4-2F78-4DDD-A15A-5F9DE07D0665}">
      <dgm:prSet/>
      <dgm:spPr/>
      <dgm:t>
        <a:bodyPr/>
        <a:lstStyle/>
        <a:p>
          <a:endParaRPr lang="en-IN"/>
        </a:p>
      </dgm:t>
    </dgm:pt>
    <dgm:pt modelId="{BD418C6D-EF45-4836-AEDC-A9B3D7A7D805}">
      <dgm:prSet custT="1"/>
      <dgm:spPr/>
      <dgm:t>
        <a:bodyPr/>
        <a:lstStyle/>
        <a:p>
          <a:r>
            <a:rPr lang="en-IN" sz="1000" b="1" dirty="0"/>
            <a:t>TRAVEL Head</a:t>
          </a:r>
        </a:p>
        <a:p>
          <a:r>
            <a:rPr lang="en-IN" sz="1000" b="1" dirty="0"/>
            <a:t>Aakash Kumar</a:t>
          </a:r>
        </a:p>
        <a:p>
          <a:r>
            <a:rPr lang="en-IN" sz="1000" b="1" dirty="0"/>
            <a:t>SR. MGR.</a:t>
          </a:r>
        </a:p>
      </dgm:t>
    </dgm:pt>
    <dgm:pt modelId="{8D064734-B0EE-4678-AEDA-FA3E8D417597}" type="parTrans" cxnId="{CF37B31C-8417-4E97-A1A7-8B479C7246A1}">
      <dgm:prSet/>
      <dgm:spPr/>
      <dgm:t>
        <a:bodyPr/>
        <a:lstStyle/>
        <a:p>
          <a:endParaRPr lang="en-IN" sz="1000" b="1"/>
        </a:p>
      </dgm:t>
    </dgm:pt>
    <dgm:pt modelId="{3E59F582-CAB5-4BA1-BC75-2BD42861CB55}" type="sibTrans" cxnId="{CF37B31C-8417-4E97-A1A7-8B479C7246A1}">
      <dgm:prSet/>
      <dgm:spPr/>
      <dgm:t>
        <a:bodyPr/>
        <a:lstStyle/>
        <a:p>
          <a:endParaRPr lang="en-IN"/>
        </a:p>
      </dgm:t>
    </dgm:pt>
    <dgm:pt modelId="{F1D7246E-1003-4C42-A15E-435868C8E550}">
      <dgm:prSet custT="1"/>
      <dgm:spPr/>
      <dgm:t>
        <a:bodyPr/>
        <a:lstStyle/>
        <a:p>
          <a:r>
            <a:rPr lang="en-IN" sz="1000" b="1" dirty="0"/>
            <a:t>IRCTC-</a:t>
          </a:r>
        </a:p>
        <a:p>
          <a:r>
            <a:rPr lang="en-IN" sz="1000" b="1" dirty="0"/>
            <a:t> WASIF</a:t>
          </a:r>
        </a:p>
        <a:p>
          <a:r>
            <a:rPr lang="en-IN" sz="1000" b="1" dirty="0"/>
            <a:t>MANAGER</a:t>
          </a:r>
        </a:p>
      </dgm:t>
    </dgm:pt>
    <dgm:pt modelId="{F4B7E5BD-A3B4-4023-AC4B-606F8848DF2C}" type="parTrans" cxnId="{3A1D1F72-425B-4E69-BAF2-24D03BD7A16D}">
      <dgm:prSet/>
      <dgm:spPr/>
      <dgm:t>
        <a:bodyPr/>
        <a:lstStyle/>
        <a:p>
          <a:endParaRPr lang="en-IN" sz="1000" b="1"/>
        </a:p>
      </dgm:t>
    </dgm:pt>
    <dgm:pt modelId="{C9DBB66E-2597-4A5B-9AD4-A53A96DB9D60}" type="sibTrans" cxnId="{3A1D1F72-425B-4E69-BAF2-24D03BD7A16D}">
      <dgm:prSet/>
      <dgm:spPr/>
      <dgm:t>
        <a:bodyPr/>
        <a:lstStyle/>
        <a:p>
          <a:endParaRPr lang="en-IN"/>
        </a:p>
      </dgm:t>
    </dgm:pt>
    <dgm:pt modelId="{B5547E8E-F444-4863-8E29-0AF05D1E9E17}">
      <dgm:prSet custT="1"/>
      <dgm:spPr/>
      <dgm:t>
        <a:bodyPr/>
        <a:lstStyle/>
        <a:p>
          <a:r>
            <a:rPr lang="en-IN" sz="1000" b="1" dirty="0"/>
            <a:t>New Business/Air/</a:t>
          </a:r>
        </a:p>
        <a:p>
          <a:r>
            <a:rPr lang="en-IN" sz="1000" b="1" i="0" dirty="0"/>
            <a:t>Vikrant </a:t>
          </a:r>
          <a:r>
            <a:rPr lang="en-IN" sz="1000" b="1" i="0" dirty="0" err="1"/>
            <a:t>Katewa</a:t>
          </a:r>
          <a:r>
            <a:rPr lang="en-IN" sz="1000" b="1" dirty="0"/>
            <a:t>- </a:t>
          </a:r>
        </a:p>
        <a:p>
          <a:r>
            <a:rPr lang="en-IN" sz="1000" b="1" dirty="0"/>
            <a:t>Asst. Mgr.</a:t>
          </a:r>
        </a:p>
      </dgm:t>
    </dgm:pt>
    <dgm:pt modelId="{23F8337D-772B-43DB-B930-7AD758D99CAC}" type="parTrans" cxnId="{A27A7566-75E5-4ED5-ADDE-ADCC8DE36C85}">
      <dgm:prSet/>
      <dgm:spPr/>
      <dgm:t>
        <a:bodyPr/>
        <a:lstStyle/>
        <a:p>
          <a:endParaRPr lang="en-IN" sz="1000" b="1"/>
        </a:p>
      </dgm:t>
    </dgm:pt>
    <dgm:pt modelId="{45EA49C1-A0D2-4FEB-A972-875841DE4834}" type="sibTrans" cxnId="{A27A7566-75E5-4ED5-ADDE-ADCC8DE36C85}">
      <dgm:prSet/>
      <dgm:spPr/>
      <dgm:t>
        <a:bodyPr/>
        <a:lstStyle/>
        <a:p>
          <a:endParaRPr lang="en-IN"/>
        </a:p>
      </dgm:t>
    </dgm:pt>
    <dgm:pt modelId="{57A0EFBB-D2B5-4626-820C-D440C9194FED}">
      <dgm:prSet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1000" b="1" dirty="0">
              <a:solidFill>
                <a:schemeClr val="bg1"/>
              </a:solidFill>
            </a:rPr>
            <a:t>IRCTC</a:t>
          </a: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1000" b="1" dirty="0">
              <a:solidFill>
                <a:schemeClr val="bg1"/>
              </a:solidFill>
            </a:rPr>
            <a:t>POOJA CHAUHAN </a:t>
          </a:r>
        </a:p>
        <a:p>
          <a:pPr marL="0" lvl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dirty="0">
              <a:solidFill>
                <a:schemeClr val="bg1"/>
              </a:solidFill>
            </a:rPr>
            <a:t>SR. EXE</a:t>
          </a:r>
        </a:p>
      </dgm:t>
    </dgm:pt>
    <dgm:pt modelId="{5D69D16D-3DE6-49FF-913D-0750BA850CEF}" type="parTrans" cxnId="{16C6BF97-C8EE-4A88-851F-1903461CD480}">
      <dgm:prSet/>
      <dgm:spPr/>
      <dgm:t>
        <a:bodyPr/>
        <a:lstStyle/>
        <a:p>
          <a:endParaRPr lang="en-IN" sz="1000" b="1"/>
        </a:p>
      </dgm:t>
    </dgm:pt>
    <dgm:pt modelId="{111069D0-3C98-47C9-B041-5C62D56B277C}" type="sibTrans" cxnId="{16C6BF97-C8EE-4A88-851F-1903461CD480}">
      <dgm:prSet/>
      <dgm:spPr/>
      <dgm:t>
        <a:bodyPr/>
        <a:lstStyle/>
        <a:p>
          <a:endParaRPr lang="en-IN"/>
        </a:p>
      </dgm:t>
    </dgm:pt>
    <dgm:pt modelId="{F8D7B3A5-3763-472C-A6F5-233475F059D4}">
      <dgm:prSet custT="1"/>
      <dgm:spPr/>
      <dgm:t>
        <a:bodyPr/>
        <a:lstStyle/>
        <a:p>
          <a:r>
            <a:rPr lang="en-US" sz="1000" b="1" dirty="0"/>
            <a:t>BUS/SRTC/HOTEL</a:t>
          </a:r>
        </a:p>
        <a:p>
          <a:r>
            <a:rPr lang="en-US" sz="1000" b="1" dirty="0"/>
            <a:t>SACHIN KUMAR</a:t>
          </a:r>
        </a:p>
        <a:p>
          <a:r>
            <a:rPr lang="en-US" sz="1000" b="1" dirty="0"/>
            <a:t>Asst. Mgr.</a:t>
          </a:r>
        </a:p>
        <a:p>
          <a:endParaRPr lang="en-IN" sz="1000" b="1" dirty="0"/>
        </a:p>
      </dgm:t>
    </dgm:pt>
    <dgm:pt modelId="{1AA42F1F-ABD4-4063-9926-983BEC1F445B}" type="parTrans" cxnId="{C8BD1706-6EBC-46F0-83E9-A45CCAC532B5}">
      <dgm:prSet/>
      <dgm:spPr/>
      <dgm:t>
        <a:bodyPr/>
        <a:lstStyle/>
        <a:p>
          <a:endParaRPr lang="en-IN" sz="1000" b="1"/>
        </a:p>
      </dgm:t>
    </dgm:pt>
    <dgm:pt modelId="{909AF91D-786F-46A5-A40A-38CA34D3D422}" type="sibTrans" cxnId="{C8BD1706-6EBC-46F0-83E9-A45CCAC532B5}">
      <dgm:prSet/>
      <dgm:spPr/>
      <dgm:t>
        <a:bodyPr/>
        <a:lstStyle/>
        <a:p>
          <a:endParaRPr lang="en-IN"/>
        </a:p>
      </dgm:t>
    </dgm:pt>
    <dgm:pt modelId="{479BE731-186E-414E-836C-4D69285599AD}">
      <dgm:prSet custT="1"/>
      <dgm:spPr/>
      <dgm:t>
        <a:bodyPr/>
        <a:lstStyle/>
        <a:p>
          <a:r>
            <a:rPr lang="en-IN" sz="1000" b="1" dirty="0"/>
            <a:t>FLIGHT</a:t>
          </a:r>
        </a:p>
        <a:p>
          <a:r>
            <a:rPr lang="en-IN" sz="1000" b="1" dirty="0"/>
            <a:t>BABY RAI</a:t>
          </a:r>
        </a:p>
        <a:p>
          <a:r>
            <a:rPr lang="en-IN" sz="1000" b="1" dirty="0"/>
            <a:t>ASST MGR</a:t>
          </a:r>
        </a:p>
      </dgm:t>
    </dgm:pt>
    <dgm:pt modelId="{DA5261DC-9146-40EE-903D-F5BD608D818A}" type="parTrans" cxnId="{EEA8DC6B-70A3-4F4B-9C99-15D10FC11A63}">
      <dgm:prSet/>
      <dgm:spPr/>
      <dgm:t>
        <a:bodyPr/>
        <a:lstStyle/>
        <a:p>
          <a:endParaRPr lang="en-IN" sz="1000" b="1"/>
        </a:p>
      </dgm:t>
    </dgm:pt>
    <dgm:pt modelId="{1CDDB46F-55B7-4E23-BA5E-D93A81FE5239}" type="sibTrans" cxnId="{EEA8DC6B-70A3-4F4B-9C99-15D10FC11A63}">
      <dgm:prSet/>
      <dgm:spPr/>
      <dgm:t>
        <a:bodyPr/>
        <a:lstStyle/>
        <a:p>
          <a:endParaRPr lang="en-IN"/>
        </a:p>
      </dgm:t>
    </dgm:pt>
    <dgm:pt modelId="{EEAC989B-7AE0-4775-A2C8-BFDA9D445E0C}">
      <dgm:prSet custT="1"/>
      <dgm:spPr/>
      <dgm:t>
        <a:bodyPr/>
        <a:lstStyle/>
        <a:p>
          <a:r>
            <a:rPr lang="en-IN" sz="1000" b="1" dirty="0"/>
            <a:t>REPORTEE</a:t>
          </a:r>
        </a:p>
        <a:p>
          <a:r>
            <a:rPr lang="en-IN" sz="1000" b="1" dirty="0"/>
            <a:t>DEEPAK KUMAR- </a:t>
          </a:r>
        </a:p>
        <a:p>
          <a:r>
            <a:rPr lang="en-IN" sz="1000" b="1" dirty="0"/>
            <a:t>ASST. MGRMIS &amp; MGMT</a:t>
          </a:r>
          <a:endParaRPr lang="en-IN" sz="1000" dirty="0"/>
        </a:p>
      </dgm:t>
    </dgm:pt>
    <dgm:pt modelId="{3542F88A-F81B-4384-A418-38C5DC1DD463}" type="parTrans" cxnId="{33DA9707-2047-42F7-AE1C-4A5262280EA3}">
      <dgm:prSet/>
      <dgm:spPr/>
      <dgm:t>
        <a:bodyPr/>
        <a:lstStyle/>
        <a:p>
          <a:endParaRPr lang="en-IN" sz="1000"/>
        </a:p>
      </dgm:t>
    </dgm:pt>
    <dgm:pt modelId="{12D60087-D3A6-4B05-9602-4C185A47BE05}" type="sibTrans" cxnId="{33DA9707-2047-42F7-AE1C-4A5262280EA3}">
      <dgm:prSet/>
      <dgm:spPr/>
      <dgm:t>
        <a:bodyPr/>
        <a:lstStyle/>
        <a:p>
          <a:endParaRPr lang="en-IN"/>
        </a:p>
      </dgm:t>
    </dgm:pt>
    <dgm:pt modelId="{F8468C96-68A4-4841-8CA1-13388EEB9495}">
      <dgm:prSet custT="1"/>
      <dgm:spPr/>
      <dgm:t>
        <a:bodyPr/>
        <a:lstStyle/>
        <a:p>
          <a:r>
            <a:rPr lang="en-US" sz="1000" b="1" dirty="0"/>
            <a:t>BUS</a:t>
          </a:r>
        </a:p>
        <a:p>
          <a:r>
            <a:rPr lang="en-US" sz="1000" b="1" dirty="0"/>
            <a:t>RAHUL Kumar</a:t>
          </a:r>
        </a:p>
        <a:p>
          <a:r>
            <a:rPr lang="en-IN" sz="1000" b="1" dirty="0"/>
            <a:t>Executive</a:t>
          </a:r>
          <a:endParaRPr lang="en-IN" sz="1000" dirty="0"/>
        </a:p>
      </dgm:t>
    </dgm:pt>
    <dgm:pt modelId="{1E15AA8F-D145-4902-83A8-CDF9CD9E83A3}" type="parTrans" cxnId="{DCF69CF6-6E2C-44C5-9118-0394421DBF93}">
      <dgm:prSet/>
      <dgm:spPr/>
      <dgm:t>
        <a:bodyPr/>
        <a:lstStyle/>
        <a:p>
          <a:endParaRPr lang="en-IN" sz="1000"/>
        </a:p>
      </dgm:t>
    </dgm:pt>
    <dgm:pt modelId="{F075C096-B999-415C-8AA9-2C25DDB7BA00}" type="sibTrans" cxnId="{DCF69CF6-6E2C-44C5-9118-0394421DBF93}">
      <dgm:prSet/>
      <dgm:spPr/>
      <dgm:t>
        <a:bodyPr/>
        <a:lstStyle/>
        <a:p>
          <a:endParaRPr lang="en-IN"/>
        </a:p>
      </dgm:t>
    </dgm:pt>
    <dgm:pt modelId="{F2DBDA25-0885-4274-B725-A570848940E4}" type="pres">
      <dgm:prSet presAssocID="{F68EC184-5183-4226-8629-B0F0E797AEC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5B64F14-E7D9-4062-BCBA-72AA2926E2E8}" type="pres">
      <dgm:prSet presAssocID="{DBEC5EC7-42ED-4C0C-9529-49377A018868}" presName="hierRoot1" presStyleCnt="0">
        <dgm:presLayoutVars>
          <dgm:hierBranch val="init"/>
        </dgm:presLayoutVars>
      </dgm:prSet>
      <dgm:spPr/>
    </dgm:pt>
    <dgm:pt modelId="{E7650FBB-8DAB-48B0-A868-875F5AA90406}" type="pres">
      <dgm:prSet presAssocID="{DBEC5EC7-42ED-4C0C-9529-49377A018868}" presName="rootComposite1" presStyleCnt="0"/>
      <dgm:spPr/>
    </dgm:pt>
    <dgm:pt modelId="{0624A0DB-2A56-42B6-8AD8-DCCE55415E57}" type="pres">
      <dgm:prSet presAssocID="{DBEC5EC7-42ED-4C0C-9529-49377A018868}" presName="rootText1" presStyleLbl="node0" presStyleIdx="0" presStyleCnt="1" custLinFactNeighborX="-697" custLinFactNeighborY="-47718">
        <dgm:presLayoutVars>
          <dgm:chPref val="3"/>
        </dgm:presLayoutVars>
      </dgm:prSet>
      <dgm:spPr/>
    </dgm:pt>
    <dgm:pt modelId="{A41DF725-580C-4CC9-90E6-AA1AB643BAAE}" type="pres">
      <dgm:prSet presAssocID="{DBEC5EC7-42ED-4C0C-9529-49377A018868}" presName="rootConnector1" presStyleLbl="node1" presStyleIdx="0" presStyleCnt="0"/>
      <dgm:spPr/>
    </dgm:pt>
    <dgm:pt modelId="{856B4492-BE86-49A3-8777-271DE2B1F158}" type="pres">
      <dgm:prSet presAssocID="{DBEC5EC7-42ED-4C0C-9529-49377A018868}" presName="hierChild2" presStyleCnt="0"/>
      <dgm:spPr/>
    </dgm:pt>
    <dgm:pt modelId="{FE9F99CE-15BC-4CFE-AFDF-BDF0B9398A03}" type="pres">
      <dgm:prSet presAssocID="{5239FF59-963D-4450-AC07-F138D377E8AD}" presName="Name37" presStyleLbl="parChTrans1D2" presStyleIdx="0" presStyleCnt="4"/>
      <dgm:spPr/>
    </dgm:pt>
    <dgm:pt modelId="{6166A6CF-E38E-4DF3-A513-B9B5F04C1C45}" type="pres">
      <dgm:prSet presAssocID="{E3B4B92B-A775-446C-BCA3-0FEB22975E80}" presName="hierRoot2" presStyleCnt="0">
        <dgm:presLayoutVars>
          <dgm:hierBranch val="init"/>
        </dgm:presLayoutVars>
      </dgm:prSet>
      <dgm:spPr/>
    </dgm:pt>
    <dgm:pt modelId="{C840405F-8D8D-4EBB-BCA0-B4136D0C43B5}" type="pres">
      <dgm:prSet presAssocID="{E3B4B92B-A775-446C-BCA3-0FEB22975E80}" presName="rootComposite" presStyleCnt="0"/>
      <dgm:spPr/>
    </dgm:pt>
    <dgm:pt modelId="{37FA2B19-4C85-4EA1-8E4E-9A293D973515}" type="pres">
      <dgm:prSet presAssocID="{E3B4B92B-A775-446C-BCA3-0FEB22975E80}" presName="rootText" presStyleLbl="node2" presStyleIdx="0" presStyleCnt="3" custLinFactNeighborX="-644">
        <dgm:presLayoutVars>
          <dgm:chPref val="3"/>
        </dgm:presLayoutVars>
      </dgm:prSet>
      <dgm:spPr/>
    </dgm:pt>
    <dgm:pt modelId="{F59513F4-8255-4D25-9AA9-8257FE1A3862}" type="pres">
      <dgm:prSet presAssocID="{E3B4B92B-A775-446C-BCA3-0FEB22975E80}" presName="rootConnector" presStyleLbl="node2" presStyleIdx="0" presStyleCnt="3"/>
      <dgm:spPr/>
    </dgm:pt>
    <dgm:pt modelId="{28AFB4BF-1B0A-438C-9CD1-DE56F19789DD}" type="pres">
      <dgm:prSet presAssocID="{E3B4B92B-A775-446C-BCA3-0FEB22975E80}" presName="hierChild4" presStyleCnt="0"/>
      <dgm:spPr/>
    </dgm:pt>
    <dgm:pt modelId="{C01C2AB1-F15A-460F-9C63-52470A47CE1D}" type="pres">
      <dgm:prSet presAssocID="{E3B4B92B-A775-446C-BCA3-0FEB22975E80}" presName="hierChild5" presStyleCnt="0"/>
      <dgm:spPr/>
    </dgm:pt>
    <dgm:pt modelId="{093373E0-605B-4315-8C6D-C441D4AAC12E}" type="pres">
      <dgm:prSet presAssocID="{8D064734-B0EE-4678-AEDA-FA3E8D417597}" presName="Name37" presStyleLbl="parChTrans1D2" presStyleIdx="1" presStyleCnt="4"/>
      <dgm:spPr/>
    </dgm:pt>
    <dgm:pt modelId="{98963B51-8219-4474-8913-DA41341C0F86}" type="pres">
      <dgm:prSet presAssocID="{BD418C6D-EF45-4836-AEDC-A9B3D7A7D805}" presName="hierRoot2" presStyleCnt="0">
        <dgm:presLayoutVars>
          <dgm:hierBranch val="init"/>
        </dgm:presLayoutVars>
      </dgm:prSet>
      <dgm:spPr/>
    </dgm:pt>
    <dgm:pt modelId="{2C76B008-79C3-4F20-9C96-3CD6902C7827}" type="pres">
      <dgm:prSet presAssocID="{BD418C6D-EF45-4836-AEDC-A9B3D7A7D805}" presName="rootComposite" presStyleCnt="0"/>
      <dgm:spPr/>
    </dgm:pt>
    <dgm:pt modelId="{61867E92-E8F2-4D12-9C18-0E9E2A9630DE}" type="pres">
      <dgm:prSet presAssocID="{BD418C6D-EF45-4836-AEDC-A9B3D7A7D805}" presName="rootText" presStyleLbl="node2" presStyleIdx="1" presStyleCnt="3">
        <dgm:presLayoutVars>
          <dgm:chPref val="3"/>
        </dgm:presLayoutVars>
      </dgm:prSet>
      <dgm:spPr/>
    </dgm:pt>
    <dgm:pt modelId="{077579C2-E581-40FF-9F36-29C006AAED2F}" type="pres">
      <dgm:prSet presAssocID="{BD418C6D-EF45-4836-AEDC-A9B3D7A7D805}" presName="rootConnector" presStyleLbl="node2" presStyleIdx="1" presStyleCnt="3"/>
      <dgm:spPr/>
    </dgm:pt>
    <dgm:pt modelId="{A6D58D63-E590-4CA8-B4BE-DF00223B779F}" type="pres">
      <dgm:prSet presAssocID="{BD418C6D-EF45-4836-AEDC-A9B3D7A7D805}" presName="hierChild4" presStyleCnt="0"/>
      <dgm:spPr/>
    </dgm:pt>
    <dgm:pt modelId="{2D037C26-4F2C-4CE3-BF71-B970201E8A00}" type="pres">
      <dgm:prSet presAssocID="{F4B7E5BD-A3B4-4023-AC4B-606F8848DF2C}" presName="Name37" presStyleLbl="parChTrans1D3" presStyleIdx="0" presStyleCnt="3"/>
      <dgm:spPr/>
    </dgm:pt>
    <dgm:pt modelId="{10506BA5-A3EC-4345-BCA6-C68FCA171BB8}" type="pres">
      <dgm:prSet presAssocID="{F1D7246E-1003-4C42-A15E-435868C8E550}" presName="hierRoot2" presStyleCnt="0">
        <dgm:presLayoutVars>
          <dgm:hierBranch val="init"/>
        </dgm:presLayoutVars>
      </dgm:prSet>
      <dgm:spPr/>
    </dgm:pt>
    <dgm:pt modelId="{4D940D52-28CE-45AB-80EA-2A7CAC641CB1}" type="pres">
      <dgm:prSet presAssocID="{F1D7246E-1003-4C42-A15E-435868C8E550}" presName="rootComposite" presStyleCnt="0"/>
      <dgm:spPr/>
    </dgm:pt>
    <dgm:pt modelId="{7D6DA3B7-65F5-403B-AF93-E02B41C9ECF8}" type="pres">
      <dgm:prSet presAssocID="{F1D7246E-1003-4C42-A15E-435868C8E550}" presName="rootText" presStyleLbl="node3" presStyleIdx="0" presStyleCnt="3">
        <dgm:presLayoutVars>
          <dgm:chPref val="3"/>
        </dgm:presLayoutVars>
      </dgm:prSet>
      <dgm:spPr/>
    </dgm:pt>
    <dgm:pt modelId="{4FFC52A9-3FED-4ECB-B908-A4AF9B014F8F}" type="pres">
      <dgm:prSet presAssocID="{F1D7246E-1003-4C42-A15E-435868C8E550}" presName="rootConnector" presStyleLbl="node3" presStyleIdx="0" presStyleCnt="3"/>
      <dgm:spPr/>
    </dgm:pt>
    <dgm:pt modelId="{E967729E-7F09-41DF-ABCC-7CA194E75C7C}" type="pres">
      <dgm:prSet presAssocID="{F1D7246E-1003-4C42-A15E-435868C8E550}" presName="hierChild4" presStyleCnt="0"/>
      <dgm:spPr/>
    </dgm:pt>
    <dgm:pt modelId="{B2E6F288-BF78-47D8-9A58-826A070B972D}" type="pres">
      <dgm:prSet presAssocID="{5D69D16D-3DE6-49FF-913D-0750BA850CEF}" presName="Name37" presStyleLbl="parChTrans1D4" presStyleIdx="0" presStyleCnt="3"/>
      <dgm:spPr/>
    </dgm:pt>
    <dgm:pt modelId="{06F210EA-539D-442E-BA45-15879FB5D19B}" type="pres">
      <dgm:prSet presAssocID="{57A0EFBB-D2B5-4626-820C-D440C9194FED}" presName="hierRoot2" presStyleCnt="0">
        <dgm:presLayoutVars>
          <dgm:hierBranch val="init"/>
        </dgm:presLayoutVars>
      </dgm:prSet>
      <dgm:spPr/>
    </dgm:pt>
    <dgm:pt modelId="{C612F91A-4BE2-4C3A-B48D-E78537CDF65C}" type="pres">
      <dgm:prSet presAssocID="{57A0EFBB-D2B5-4626-820C-D440C9194FED}" presName="rootComposite" presStyleCnt="0"/>
      <dgm:spPr/>
    </dgm:pt>
    <dgm:pt modelId="{3C6D6224-4FAC-4451-85E5-A7E2A098EFBB}" type="pres">
      <dgm:prSet presAssocID="{57A0EFBB-D2B5-4626-820C-D440C9194FED}" presName="rootText" presStyleLbl="node4" presStyleIdx="0" presStyleCnt="3" custLinFactNeighborX="892">
        <dgm:presLayoutVars>
          <dgm:chPref val="3"/>
        </dgm:presLayoutVars>
      </dgm:prSet>
      <dgm:spPr/>
    </dgm:pt>
    <dgm:pt modelId="{FDB6B63E-A8EC-4FC6-91A8-BBCA4DEF9EA9}" type="pres">
      <dgm:prSet presAssocID="{57A0EFBB-D2B5-4626-820C-D440C9194FED}" presName="rootConnector" presStyleLbl="node4" presStyleIdx="0" presStyleCnt="3"/>
      <dgm:spPr/>
    </dgm:pt>
    <dgm:pt modelId="{B7204F1E-FB41-4207-BB37-214518444C6E}" type="pres">
      <dgm:prSet presAssocID="{57A0EFBB-D2B5-4626-820C-D440C9194FED}" presName="hierChild4" presStyleCnt="0"/>
      <dgm:spPr/>
    </dgm:pt>
    <dgm:pt modelId="{B25A5384-2442-42E4-866D-737685C651CA}" type="pres">
      <dgm:prSet presAssocID="{57A0EFBB-D2B5-4626-820C-D440C9194FED}" presName="hierChild5" presStyleCnt="0"/>
      <dgm:spPr/>
    </dgm:pt>
    <dgm:pt modelId="{88F79563-0B18-4389-9E71-F4464440350F}" type="pres">
      <dgm:prSet presAssocID="{F1D7246E-1003-4C42-A15E-435868C8E550}" presName="hierChild5" presStyleCnt="0"/>
      <dgm:spPr/>
    </dgm:pt>
    <dgm:pt modelId="{28B540E0-8ACF-4E84-AAC3-B5A53648DE3B}" type="pres">
      <dgm:prSet presAssocID="{23F8337D-772B-43DB-B930-7AD758D99CAC}" presName="Name37" presStyleLbl="parChTrans1D3" presStyleIdx="1" presStyleCnt="3"/>
      <dgm:spPr/>
    </dgm:pt>
    <dgm:pt modelId="{CCE4F17D-7A08-42CF-8593-D7A14A3FD5EC}" type="pres">
      <dgm:prSet presAssocID="{B5547E8E-F444-4863-8E29-0AF05D1E9E17}" presName="hierRoot2" presStyleCnt="0">
        <dgm:presLayoutVars>
          <dgm:hierBranch val="init"/>
        </dgm:presLayoutVars>
      </dgm:prSet>
      <dgm:spPr/>
    </dgm:pt>
    <dgm:pt modelId="{801D1677-35AB-4251-B5A7-1BA28D86224D}" type="pres">
      <dgm:prSet presAssocID="{B5547E8E-F444-4863-8E29-0AF05D1E9E17}" presName="rootComposite" presStyleCnt="0"/>
      <dgm:spPr/>
    </dgm:pt>
    <dgm:pt modelId="{D5D727B1-0A8B-43CE-AEBD-5A2F19515012}" type="pres">
      <dgm:prSet presAssocID="{B5547E8E-F444-4863-8E29-0AF05D1E9E17}" presName="rootText" presStyleLbl="node3" presStyleIdx="1" presStyleCnt="3" custScaleX="120939" custScaleY="135988">
        <dgm:presLayoutVars>
          <dgm:chPref val="3"/>
        </dgm:presLayoutVars>
      </dgm:prSet>
      <dgm:spPr/>
    </dgm:pt>
    <dgm:pt modelId="{1714C209-CADA-4F9D-A74A-4EE36AEB8F89}" type="pres">
      <dgm:prSet presAssocID="{B5547E8E-F444-4863-8E29-0AF05D1E9E17}" presName="rootConnector" presStyleLbl="node3" presStyleIdx="1" presStyleCnt="3"/>
      <dgm:spPr/>
    </dgm:pt>
    <dgm:pt modelId="{F0CC18A2-7426-4A5A-A2D8-75D1AD8ABF4A}" type="pres">
      <dgm:prSet presAssocID="{B5547E8E-F444-4863-8E29-0AF05D1E9E17}" presName="hierChild4" presStyleCnt="0"/>
      <dgm:spPr/>
    </dgm:pt>
    <dgm:pt modelId="{0FDC9404-7BB5-4A89-9168-AEB8985F0AEC}" type="pres">
      <dgm:prSet presAssocID="{DA5261DC-9146-40EE-903D-F5BD608D818A}" presName="Name37" presStyleLbl="parChTrans1D4" presStyleIdx="1" presStyleCnt="3"/>
      <dgm:spPr/>
    </dgm:pt>
    <dgm:pt modelId="{4EFAC724-250B-4DE2-8E6A-EF41E5EC6446}" type="pres">
      <dgm:prSet presAssocID="{479BE731-186E-414E-836C-4D69285599AD}" presName="hierRoot2" presStyleCnt="0">
        <dgm:presLayoutVars>
          <dgm:hierBranch val="init"/>
        </dgm:presLayoutVars>
      </dgm:prSet>
      <dgm:spPr/>
    </dgm:pt>
    <dgm:pt modelId="{7C57F114-F515-4F06-86A5-9270704391E5}" type="pres">
      <dgm:prSet presAssocID="{479BE731-186E-414E-836C-4D69285599AD}" presName="rootComposite" presStyleCnt="0"/>
      <dgm:spPr/>
    </dgm:pt>
    <dgm:pt modelId="{858B93E0-C9BB-4504-9DAB-6EF7E7C5CA07}" type="pres">
      <dgm:prSet presAssocID="{479BE731-186E-414E-836C-4D69285599AD}" presName="rootText" presStyleLbl="node4" presStyleIdx="1" presStyleCnt="3">
        <dgm:presLayoutVars>
          <dgm:chPref val="3"/>
        </dgm:presLayoutVars>
      </dgm:prSet>
      <dgm:spPr/>
    </dgm:pt>
    <dgm:pt modelId="{7CD73C01-BF94-4A20-961B-FEE8C801EC07}" type="pres">
      <dgm:prSet presAssocID="{479BE731-186E-414E-836C-4D69285599AD}" presName="rootConnector" presStyleLbl="node4" presStyleIdx="1" presStyleCnt="3"/>
      <dgm:spPr/>
    </dgm:pt>
    <dgm:pt modelId="{46526A67-FA2A-46B6-98AF-B74076E4E9A1}" type="pres">
      <dgm:prSet presAssocID="{479BE731-186E-414E-836C-4D69285599AD}" presName="hierChild4" presStyleCnt="0"/>
      <dgm:spPr/>
    </dgm:pt>
    <dgm:pt modelId="{12589371-466D-4A7D-B2EE-3F2CCAE4723A}" type="pres">
      <dgm:prSet presAssocID="{479BE731-186E-414E-836C-4D69285599AD}" presName="hierChild5" presStyleCnt="0"/>
      <dgm:spPr/>
    </dgm:pt>
    <dgm:pt modelId="{2CB178A3-32DE-4E07-9CAE-A4A160F7AF10}" type="pres">
      <dgm:prSet presAssocID="{B5547E8E-F444-4863-8E29-0AF05D1E9E17}" presName="hierChild5" presStyleCnt="0"/>
      <dgm:spPr/>
    </dgm:pt>
    <dgm:pt modelId="{D82C073B-1D10-49C2-9843-EB1BF962A57C}" type="pres">
      <dgm:prSet presAssocID="{1AA42F1F-ABD4-4063-9926-983BEC1F445B}" presName="Name37" presStyleLbl="parChTrans1D3" presStyleIdx="2" presStyleCnt="3"/>
      <dgm:spPr/>
    </dgm:pt>
    <dgm:pt modelId="{FC7169AA-E8AB-4B04-8DC1-BCDBA3534665}" type="pres">
      <dgm:prSet presAssocID="{F8D7B3A5-3763-472C-A6F5-233475F059D4}" presName="hierRoot2" presStyleCnt="0">
        <dgm:presLayoutVars>
          <dgm:hierBranch val="init"/>
        </dgm:presLayoutVars>
      </dgm:prSet>
      <dgm:spPr/>
    </dgm:pt>
    <dgm:pt modelId="{F46B71AA-4194-4161-A5CF-AB47B31AD895}" type="pres">
      <dgm:prSet presAssocID="{F8D7B3A5-3763-472C-A6F5-233475F059D4}" presName="rootComposite" presStyleCnt="0"/>
      <dgm:spPr/>
    </dgm:pt>
    <dgm:pt modelId="{A6F97FC0-F446-4132-88D8-5393FB4DC051}" type="pres">
      <dgm:prSet presAssocID="{F8D7B3A5-3763-472C-A6F5-233475F059D4}" presName="rootText" presStyleLbl="node3" presStyleIdx="2" presStyleCnt="3" custScaleX="116000" custScaleY="131811">
        <dgm:presLayoutVars>
          <dgm:chPref val="3"/>
        </dgm:presLayoutVars>
      </dgm:prSet>
      <dgm:spPr/>
    </dgm:pt>
    <dgm:pt modelId="{597AB1ED-A9A6-4297-883A-4BD3949E203B}" type="pres">
      <dgm:prSet presAssocID="{F8D7B3A5-3763-472C-A6F5-233475F059D4}" presName="rootConnector" presStyleLbl="node3" presStyleIdx="2" presStyleCnt="3"/>
      <dgm:spPr/>
    </dgm:pt>
    <dgm:pt modelId="{41346273-136E-4BEF-9B16-EDB03119CA25}" type="pres">
      <dgm:prSet presAssocID="{F8D7B3A5-3763-472C-A6F5-233475F059D4}" presName="hierChild4" presStyleCnt="0"/>
      <dgm:spPr/>
    </dgm:pt>
    <dgm:pt modelId="{4F92FF0F-2A55-433B-A5D7-191CD67E3DA4}" type="pres">
      <dgm:prSet presAssocID="{1E15AA8F-D145-4902-83A8-CDF9CD9E83A3}" presName="Name37" presStyleLbl="parChTrans1D4" presStyleIdx="2" presStyleCnt="3"/>
      <dgm:spPr/>
    </dgm:pt>
    <dgm:pt modelId="{17F566A4-8F38-4A3E-AD7E-8344D5EE5560}" type="pres">
      <dgm:prSet presAssocID="{F8468C96-68A4-4841-8CA1-13388EEB9495}" presName="hierRoot2" presStyleCnt="0">
        <dgm:presLayoutVars>
          <dgm:hierBranch val="init"/>
        </dgm:presLayoutVars>
      </dgm:prSet>
      <dgm:spPr/>
    </dgm:pt>
    <dgm:pt modelId="{A9ECD759-D40E-45D4-ABB1-D2BCA99DEDA6}" type="pres">
      <dgm:prSet presAssocID="{F8468C96-68A4-4841-8CA1-13388EEB9495}" presName="rootComposite" presStyleCnt="0"/>
      <dgm:spPr/>
    </dgm:pt>
    <dgm:pt modelId="{C625A1EE-8DFD-40DD-B107-D665AD2BF564}" type="pres">
      <dgm:prSet presAssocID="{F8468C96-68A4-4841-8CA1-13388EEB9495}" presName="rootText" presStyleLbl="node4" presStyleIdx="2" presStyleCnt="3">
        <dgm:presLayoutVars>
          <dgm:chPref val="3"/>
        </dgm:presLayoutVars>
      </dgm:prSet>
      <dgm:spPr/>
    </dgm:pt>
    <dgm:pt modelId="{40F60B5D-41EC-46CC-BE44-2DE46057C665}" type="pres">
      <dgm:prSet presAssocID="{F8468C96-68A4-4841-8CA1-13388EEB9495}" presName="rootConnector" presStyleLbl="node4" presStyleIdx="2" presStyleCnt="3"/>
      <dgm:spPr/>
    </dgm:pt>
    <dgm:pt modelId="{BFA7BB07-C1B2-42E6-BE04-D32C9E472E36}" type="pres">
      <dgm:prSet presAssocID="{F8468C96-68A4-4841-8CA1-13388EEB9495}" presName="hierChild4" presStyleCnt="0"/>
      <dgm:spPr/>
    </dgm:pt>
    <dgm:pt modelId="{CDB96735-E30C-41E8-B7F9-BCA321D10055}" type="pres">
      <dgm:prSet presAssocID="{F8468C96-68A4-4841-8CA1-13388EEB9495}" presName="hierChild5" presStyleCnt="0"/>
      <dgm:spPr/>
    </dgm:pt>
    <dgm:pt modelId="{9C80C61C-6AFB-4BF6-BD21-C8A3BD42AF9D}" type="pres">
      <dgm:prSet presAssocID="{F8D7B3A5-3763-472C-A6F5-233475F059D4}" presName="hierChild5" presStyleCnt="0"/>
      <dgm:spPr/>
    </dgm:pt>
    <dgm:pt modelId="{6CDC7EE7-BCD4-4134-8AAB-C28C37103981}" type="pres">
      <dgm:prSet presAssocID="{BD418C6D-EF45-4836-AEDC-A9B3D7A7D805}" presName="hierChild5" presStyleCnt="0"/>
      <dgm:spPr/>
    </dgm:pt>
    <dgm:pt modelId="{D12F87A7-7AA9-4C4B-9CC8-894A4AEC82A7}" type="pres">
      <dgm:prSet presAssocID="{3542F88A-F81B-4384-A418-38C5DC1DD463}" presName="Name37" presStyleLbl="parChTrans1D2" presStyleIdx="2" presStyleCnt="4"/>
      <dgm:spPr/>
    </dgm:pt>
    <dgm:pt modelId="{D9224447-32D3-4E92-A12B-46D6EBB40F3C}" type="pres">
      <dgm:prSet presAssocID="{EEAC989B-7AE0-4775-A2C8-BFDA9D445E0C}" presName="hierRoot2" presStyleCnt="0">
        <dgm:presLayoutVars>
          <dgm:hierBranch val="init"/>
        </dgm:presLayoutVars>
      </dgm:prSet>
      <dgm:spPr/>
    </dgm:pt>
    <dgm:pt modelId="{C2B5D116-F4A1-4002-81BA-594E5BD890BC}" type="pres">
      <dgm:prSet presAssocID="{EEAC989B-7AE0-4775-A2C8-BFDA9D445E0C}" presName="rootComposite" presStyleCnt="0"/>
      <dgm:spPr/>
    </dgm:pt>
    <dgm:pt modelId="{91936BE8-8AC7-49BC-9354-2FF54B0FB317}" type="pres">
      <dgm:prSet presAssocID="{EEAC989B-7AE0-4775-A2C8-BFDA9D445E0C}" presName="rootText" presStyleLbl="node2" presStyleIdx="2" presStyleCnt="3">
        <dgm:presLayoutVars>
          <dgm:chPref val="3"/>
        </dgm:presLayoutVars>
      </dgm:prSet>
      <dgm:spPr/>
    </dgm:pt>
    <dgm:pt modelId="{1E29433F-BC02-4F4E-A2C7-DBEF04133696}" type="pres">
      <dgm:prSet presAssocID="{EEAC989B-7AE0-4775-A2C8-BFDA9D445E0C}" presName="rootConnector" presStyleLbl="node2" presStyleIdx="2" presStyleCnt="3"/>
      <dgm:spPr/>
    </dgm:pt>
    <dgm:pt modelId="{A93D33DA-5618-410C-9DCF-A2CDC169BC96}" type="pres">
      <dgm:prSet presAssocID="{EEAC989B-7AE0-4775-A2C8-BFDA9D445E0C}" presName="hierChild4" presStyleCnt="0"/>
      <dgm:spPr/>
    </dgm:pt>
    <dgm:pt modelId="{53532A66-885B-45FC-A36B-C86DA5F11C8F}" type="pres">
      <dgm:prSet presAssocID="{EEAC989B-7AE0-4775-A2C8-BFDA9D445E0C}" presName="hierChild5" presStyleCnt="0"/>
      <dgm:spPr/>
    </dgm:pt>
    <dgm:pt modelId="{BB946754-1FBC-49C3-B5F5-C2D92F125AA7}" type="pres">
      <dgm:prSet presAssocID="{DBEC5EC7-42ED-4C0C-9529-49377A018868}" presName="hierChild3" presStyleCnt="0"/>
      <dgm:spPr/>
    </dgm:pt>
    <dgm:pt modelId="{815C2AB6-853A-4F37-A0CD-B39D1A4FFEB2}" type="pres">
      <dgm:prSet presAssocID="{6D745090-9300-42F3-8419-ECB5263D3FE5}" presName="Name111" presStyleLbl="parChTrans1D2" presStyleIdx="3" presStyleCnt="4"/>
      <dgm:spPr/>
    </dgm:pt>
    <dgm:pt modelId="{0F16D451-616D-4E1C-AB14-1AD36C67EC67}" type="pres">
      <dgm:prSet presAssocID="{3DF9F52D-090B-47EA-AB71-91CF9C46887C}" presName="hierRoot3" presStyleCnt="0">
        <dgm:presLayoutVars>
          <dgm:hierBranch val="init"/>
        </dgm:presLayoutVars>
      </dgm:prSet>
      <dgm:spPr/>
    </dgm:pt>
    <dgm:pt modelId="{DAF0CF64-8FA6-47CC-9723-16CA0703E8B9}" type="pres">
      <dgm:prSet presAssocID="{3DF9F52D-090B-47EA-AB71-91CF9C46887C}" presName="rootComposite3" presStyleCnt="0"/>
      <dgm:spPr/>
    </dgm:pt>
    <dgm:pt modelId="{48B4E166-97B0-4489-B517-F46B52097BB6}" type="pres">
      <dgm:prSet presAssocID="{3DF9F52D-090B-47EA-AB71-91CF9C46887C}" presName="rootText3" presStyleLbl="asst1" presStyleIdx="0" presStyleCnt="1" custLinFactNeighborX="-6671" custLinFactNeighborY="-35037">
        <dgm:presLayoutVars>
          <dgm:chPref val="3"/>
        </dgm:presLayoutVars>
      </dgm:prSet>
      <dgm:spPr/>
    </dgm:pt>
    <dgm:pt modelId="{83BD2544-90A5-4397-9E43-2FA416E670A5}" type="pres">
      <dgm:prSet presAssocID="{3DF9F52D-090B-47EA-AB71-91CF9C46887C}" presName="rootConnector3" presStyleLbl="asst1" presStyleIdx="0" presStyleCnt="1"/>
      <dgm:spPr/>
    </dgm:pt>
    <dgm:pt modelId="{FC148BF1-F9F9-40CA-BBA5-9C681B60C0A6}" type="pres">
      <dgm:prSet presAssocID="{3DF9F52D-090B-47EA-AB71-91CF9C46887C}" presName="hierChild6" presStyleCnt="0"/>
      <dgm:spPr/>
    </dgm:pt>
    <dgm:pt modelId="{13EFDB60-3706-497F-A01D-2B39F22C672C}" type="pres">
      <dgm:prSet presAssocID="{3DF9F52D-090B-47EA-AB71-91CF9C46887C}" presName="hierChild7" presStyleCnt="0"/>
      <dgm:spPr/>
    </dgm:pt>
  </dgm:ptLst>
  <dgm:cxnLst>
    <dgm:cxn modelId="{C8BD1706-6EBC-46F0-83E9-A45CCAC532B5}" srcId="{BD418C6D-EF45-4836-AEDC-A9B3D7A7D805}" destId="{F8D7B3A5-3763-472C-A6F5-233475F059D4}" srcOrd="2" destOrd="0" parTransId="{1AA42F1F-ABD4-4063-9926-983BEC1F445B}" sibTransId="{909AF91D-786F-46A5-A40A-38CA34D3D422}"/>
    <dgm:cxn modelId="{33DA9707-2047-42F7-AE1C-4A5262280EA3}" srcId="{DBEC5EC7-42ED-4C0C-9529-49377A018868}" destId="{EEAC989B-7AE0-4775-A2C8-BFDA9D445E0C}" srcOrd="3" destOrd="0" parTransId="{3542F88A-F81B-4384-A418-38C5DC1DD463}" sibTransId="{12D60087-D3A6-4B05-9602-4C185A47BE05}"/>
    <dgm:cxn modelId="{DDCB020C-F22F-4B8C-9F44-4A9328EFFA68}" type="presOf" srcId="{DA5261DC-9146-40EE-903D-F5BD608D818A}" destId="{0FDC9404-7BB5-4A89-9168-AEB8985F0AEC}" srcOrd="0" destOrd="0" presId="urn:microsoft.com/office/officeart/2005/8/layout/orgChart1"/>
    <dgm:cxn modelId="{CF37B31C-8417-4E97-A1A7-8B479C7246A1}" srcId="{DBEC5EC7-42ED-4C0C-9529-49377A018868}" destId="{BD418C6D-EF45-4836-AEDC-A9B3D7A7D805}" srcOrd="2" destOrd="0" parTransId="{8D064734-B0EE-4678-AEDA-FA3E8D417597}" sibTransId="{3E59F582-CAB5-4BA1-BC75-2BD42861CB55}"/>
    <dgm:cxn modelId="{13517627-963C-48C0-9C5A-246DC370EAE5}" type="presOf" srcId="{B5547E8E-F444-4863-8E29-0AF05D1E9E17}" destId="{D5D727B1-0A8B-43CE-AEBD-5A2F19515012}" srcOrd="0" destOrd="0" presId="urn:microsoft.com/office/officeart/2005/8/layout/orgChart1"/>
    <dgm:cxn modelId="{2AA9F92C-240D-4A19-903A-9CFB2BF3BEEE}" type="presOf" srcId="{3DF9F52D-090B-47EA-AB71-91CF9C46887C}" destId="{83BD2544-90A5-4397-9E43-2FA416E670A5}" srcOrd="1" destOrd="0" presId="urn:microsoft.com/office/officeart/2005/8/layout/orgChart1"/>
    <dgm:cxn modelId="{56292E2D-6C53-45BE-849A-FD930D3F9DFD}" type="presOf" srcId="{F8468C96-68A4-4841-8CA1-13388EEB9495}" destId="{40F60B5D-41EC-46CC-BE44-2DE46057C665}" srcOrd="1" destOrd="0" presId="urn:microsoft.com/office/officeart/2005/8/layout/orgChart1"/>
    <dgm:cxn modelId="{1158CC2E-03D0-418F-92D0-D901B883A66D}" type="presOf" srcId="{F8D7B3A5-3763-472C-A6F5-233475F059D4}" destId="{A6F97FC0-F446-4132-88D8-5393FB4DC051}" srcOrd="0" destOrd="0" presId="urn:microsoft.com/office/officeart/2005/8/layout/orgChart1"/>
    <dgm:cxn modelId="{7B750139-E975-46B1-83E5-BBC012A8294F}" type="presOf" srcId="{5239FF59-963D-4450-AC07-F138D377E8AD}" destId="{FE9F99CE-15BC-4CFE-AFDF-BDF0B9398A03}" srcOrd="0" destOrd="0" presId="urn:microsoft.com/office/officeart/2005/8/layout/orgChart1"/>
    <dgm:cxn modelId="{856B415E-E1CB-45C7-A9FF-24FC2F804AD2}" type="presOf" srcId="{DBEC5EC7-42ED-4C0C-9529-49377A018868}" destId="{A41DF725-580C-4CC9-90E6-AA1AB643BAAE}" srcOrd="1" destOrd="0" presId="urn:microsoft.com/office/officeart/2005/8/layout/orgChart1"/>
    <dgm:cxn modelId="{BDFBDD65-D785-4A75-9148-37ED956B21F9}" srcId="{DBEC5EC7-42ED-4C0C-9529-49377A018868}" destId="{3DF9F52D-090B-47EA-AB71-91CF9C46887C}" srcOrd="0" destOrd="0" parTransId="{6D745090-9300-42F3-8419-ECB5263D3FE5}" sibTransId="{13E7E4BE-39AA-4642-AAEF-187CA9B8FA09}"/>
    <dgm:cxn modelId="{A27A7566-75E5-4ED5-ADDE-ADCC8DE36C85}" srcId="{BD418C6D-EF45-4836-AEDC-A9B3D7A7D805}" destId="{B5547E8E-F444-4863-8E29-0AF05D1E9E17}" srcOrd="1" destOrd="0" parTransId="{23F8337D-772B-43DB-B930-7AD758D99CAC}" sibTransId="{45EA49C1-A0D2-4FEB-A972-875841DE4834}"/>
    <dgm:cxn modelId="{40628848-B99F-47FE-9052-60A6CB1B7B64}" type="presOf" srcId="{3DF9F52D-090B-47EA-AB71-91CF9C46887C}" destId="{48B4E166-97B0-4489-B517-F46B52097BB6}" srcOrd="0" destOrd="0" presId="urn:microsoft.com/office/officeart/2005/8/layout/orgChart1"/>
    <dgm:cxn modelId="{72601E6B-7A4C-4518-9177-05A78F5DED0A}" type="presOf" srcId="{1E15AA8F-D145-4902-83A8-CDF9CD9E83A3}" destId="{4F92FF0F-2A55-433B-A5D7-191CD67E3DA4}" srcOrd="0" destOrd="0" presId="urn:microsoft.com/office/officeart/2005/8/layout/orgChart1"/>
    <dgm:cxn modelId="{EEA8DC6B-70A3-4F4B-9C99-15D10FC11A63}" srcId="{B5547E8E-F444-4863-8E29-0AF05D1E9E17}" destId="{479BE731-186E-414E-836C-4D69285599AD}" srcOrd="0" destOrd="0" parTransId="{DA5261DC-9146-40EE-903D-F5BD608D818A}" sibTransId="{1CDDB46F-55B7-4E23-BA5E-D93A81FE5239}"/>
    <dgm:cxn modelId="{A2809351-77FA-42CA-9975-945E22BBC628}" type="presOf" srcId="{479BE731-186E-414E-836C-4D69285599AD}" destId="{7CD73C01-BF94-4A20-961B-FEE8C801EC07}" srcOrd="1" destOrd="0" presId="urn:microsoft.com/office/officeart/2005/8/layout/orgChart1"/>
    <dgm:cxn modelId="{3A1D1F72-425B-4E69-BAF2-24D03BD7A16D}" srcId="{BD418C6D-EF45-4836-AEDC-A9B3D7A7D805}" destId="{F1D7246E-1003-4C42-A15E-435868C8E550}" srcOrd="0" destOrd="0" parTransId="{F4B7E5BD-A3B4-4023-AC4B-606F8848DF2C}" sibTransId="{C9DBB66E-2597-4A5B-9AD4-A53A96DB9D60}"/>
    <dgm:cxn modelId="{D7438552-74B0-40B4-828A-AACFF04405D7}" type="presOf" srcId="{3542F88A-F81B-4384-A418-38C5DC1DD463}" destId="{D12F87A7-7AA9-4C4B-9CC8-894A4AEC82A7}" srcOrd="0" destOrd="0" presId="urn:microsoft.com/office/officeart/2005/8/layout/orgChart1"/>
    <dgm:cxn modelId="{9E831B55-F855-4ACB-93E6-F8F51A761253}" type="presOf" srcId="{1AA42F1F-ABD4-4063-9926-983BEC1F445B}" destId="{D82C073B-1D10-49C2-9843-EB1BF962A57C}" srcOrd="0" destOrd="0" presId="urn:microsoft.com/office/officeart/2005/8/layout/orgChart1"/>
    <dgm:cxn modelId="{7A167576-CBA8-4162-9D7C-DA7518627F67}" type="presOf" srcId="{F68EC184-5183-4226-8629-B0F0E797AECC}" destId="{F2DBDA25-0885-4274-B725-A570848940E4}" srcOrd="0" destOrd="0" presId="urn:microsoft.com/office/officeart/2005/8/layout/orgChart1"/>
    <dgm:cxn modelId="{F8748377-A1B5-4FA6-8EA8-FF8AA4F18FCF}" type="presOf" srcId="{BD418C6D-EF45-4836-AEDC-A9B3D7A7D805}" destId="{61867E92-E8F2-4D12-9C18-0E9E2A9630DE}" srcOrd="0" destOrd="0" presId="urn:microsoft.com/office/officeart/2005/8/layout/orgChart1"/>
    <dgm:cxn modelId="{0701F677-1D12-4C13-892D-D902DD1BC578}" type="presOf" srcId="{57A0EFBB-D2B5-4626-820C-D440C9194FED}" destId="{3C6D6224-4FAC-4451-85E5-A7E2A098EFBB}" srcOrd="0" destOrd="0" presId="urn:microsoft.com/office/officeart/2005/8/layout/orgChart1"/>
    <dgm:cxn modelId="{8FE7427A-D1AA-4264-A3C7-3ED1347F0D5E}" type="presOf" srcId="{EEAC989B-7AE0-4775-A2C8-BFDA9D445E0C}" destId="{1E29433F-BC02-4F4E-A2C7-DBEF04133696}" srcOrd="1" destOrd="0" presId="urn:microsoft.com/office/officeart/2005/8/layout/orgChart1"/>
    <dgm:cxn modelId="{DE383B7E-6161-4D50-90C6-F603E772DE56}" type="presOf" srcId="{8D064734-B0EE-4678-AEDA-FA3E8D417597}" destId="{093373E0-605B-4315-8C6D-C441D4AAC12E}" srcOrd="0" destOrd="0" presId="urn:microsoft.com/office/officeart/2005/8/layout/orgChart1"/>
    <dgm:cxn modelId="{6226C683-7E22-4A3C-9386-6A5A725BF7D7}" type="presOf" srcId="{EEAC989B-7AE0-4775-A2C8-BFDA9D445E0C}" destId="{91936BE8-8AC7-49BC-9354-2FF54B0FB317}" srcOrd="0" destOrd="0" presId="urn:microsoft.com/office/officeart/2005/8/layout/orgChart1"/>
    <dgm:cxn modelId="{5ACD4188-95AB-4805-B208-E4A275B6CA68}" type="presOf" srcId="{DBEC5EC7-42ED-4C0C-9529-49377A018868}" destId="{0624A0DB-2A56-42B6-8AD8-DCCE55415E57}" srcOrd="0" destOrd="0" presId="urn:microsoft.com/office/officeart/2005/8/layout/orgChart1"/>
    <dgm:cxn modelId="{7956E78D-554E-4F65-B35F-F3C761F2D183}" type="presOf" srcId="{F1D7246E-1003-4C42-A15E-435868C8E550}" destId="{4FFC52A9-3FED-4ECB-B908-A4AF9B014F8F}" srcOrd="1" destOrd="0" presId="urn:microsoft.com/office/officeart/2005/8/layout/orgChart1"/>
    <dgm:cxn modelId="{1539528F-60C4-496D-B825-ED1819D92E58}" type="presOf" srcId="{F8D7B3A5-3763-472C-A6F5-233475F059D4}" destId="{597AB1ED-A9A6-4297-883A-4BD3949E203B}" srcOrd="1" destOrd="0" presId="urn:microsoft.com/office/officeart/2005/8/layout/orgChart1"/>
    <dgm:cxn modelId="{16C6BF97-C8EE-4A88-851F-1903461CD480}" srcId="{F1D7246E-1003-4C42-A15E-435868C8E550}" destId="{57A0EFBB-D2B5-4626-820C-D440C9194FED}" srcOrd="0" destOrd="0" parTransId="{5D69D16D-3DE6-49FF-913D-0750BA850CEF}" sibTransId="{111069D0-3C98-47C9-B041-5C62D56B277C}"/>
    <dgm:cxn modelId="{080C199A-96C3-496B-B576-73002F064A0B}" type="presOf" srcId="{E3B4B92B-A775-446C-BCA3-0FEB22975E80}" destId="{37FA2B19-4C85-4EA1-8E4E-9A293D973515}" srcOrd="0" destOrd="0" presId="urn:microsoft.com/office/officeart/2005/8/layout/orgChart1"/>
    <dgm:cxn modelId="{CA28D39E-AB9B-49C0-AB2A-88124008413C}" type="presOf" srcId="{57A0EFBB-D2B5-4626-820C-D440C9194FED}" destId="{FDB6B63E-A8EC-4FC6-91A8-BBCA4DEF9EA9}" srcOrd="1" destOrd="0" presId="urn:microsoft.com/office/officeart/2005/8/layout/orgChart1"/>
    <dgm:cxn modelId="{4762399F-AB6D-4015-8D49-0EDBC2B76F4C}" type="presOf" srcId="{F8468C96-68A4-4841-8CA1-13388EEB9495}" destId="{C625A1EE-8DFD-40DD-B107-D665AD2BF564}" srcOrd="0" destOrd="0" presId="urn:microsoft.com/office/officeart/2005/8/layout/orgChart1"/>
    <dgm:cxn modelId="{73DED8A6-1E0C-4856-A963-A7BB6A44DB76}" type="presOf" srcId="{F4B7E5BD-A3B4-4023-AC4B-606F8848DF2C}" destId="{2D037C26-4F2C-4CE3-BF71-B970201E8A00}" srcOrd="0" destOrd="0" presId="urn:microsoft.com/office/officeart/2005/8/layout/orgChart1"/>
    <dgm:cxn modelId="{4B855CAC-AC68-439D-A52A-D6A9E3DAAD06}" type="presOf" srcId="{6D745090-9300-42F3-8419-ECB5263D3FE5}" destId="{815C2AB6-853A-4F37-A0CD-B39D1A4FFEB2}" srcOrd="0" destOrd="0" presId="urn:microsoft.com/office/officeart/2005/8/layout/orgChart1"/>
    <dgm:cxn modelId="{CAB5A0B5-AAAB-4B98-9BCF-034570CACD39}" srcId="{F68EC184-5183-4226-8629-B0F0E797AECC}" destId="{DBEC5EC7-42ED-4C0C-9529-49377A018868}" srcOrd="0" destOrd="0" parTransId="{4C61C75F-D517-47CC-BEBF-14A01F593C5B}" sibTransId="{755BA92A-D09F-4552-96A1-DA07318CAEF4}"/>
    <dgm:cxn modelId="{5F3A24C6-3567-47BA-9D56-C7B07FF076A3}" type="presOf" srcId="{5D69D16D-3DE6-49FF-913D-0750BA850CEF}" destId="{B2E6F288-BF78-47D8-9A58-826A070B972D}" srcOrd="0" destOrd="0" presId="urn:microsoft.com/office/officeart/2005/8/layout/orgChart1"/>
    <dgm:cxn modelId="{A74576CD-B334-4FD0-A0ED-2F8D3289C55D}" type="presOf" srcId="{B5547E8E-F444-4863-8E29-0AF05D1E9E17}" destId="{1714C209-CADA-4F9D-A74A-4EE36AEB8F89}" srcOrd="1" destOrd="0" presId="urn:microsoft.com/office/officeart/2005/8/layout/orgChart1"/>
    <dgm:cxn modelId="{7F65F2D5-29E1-4F59-91CF-6E1B335E99B2}" type="presOf" srcId="{479BE731-186E-414E-836C-4D69285599AD}" destId="{858B93E0-C9BB-4504-9DAB-6EF7E7C5CA07}" srcOrd="0" destOrd="0" presId="urn:microsoft.com/office/officeart/2005/8/layout/orgChart1"/>
    <dgm:cxn modelId="{247A56DB-C99A-417B-A0FE-1E6379BD0C54}" type="presOf" srcId="{23F8337D-772B-43DB-B930-7AD758D99CAC}" destId="{28B540E0-8ACF-4E84-AAC3-B5A53648DE3B}" srcOrd="0" destOrd="0" presId="urn:microsoft.com/office/officeart/2005/8/layout/orgChart1"/>
    <dgm:cxn modelId="{40570AE0-D178-4F80-B782-C5343DA90456}" type="presOf" srcId="{E3B4B92B-A775-446C-BCA3-0FEB22975E80}" destId="{F59513F4-8255-4D25-9AA9-8257FE1A3862}" srcOrd="1" destOrd="0" presId="urn:microsoft.com/office/officeart/2005/8/layout/orgChart1"/>
    <dgm:cxn modelId="{B4181EED-FE26-41B5-B121-0241D29FF2E7}" type="presOf" srcId="{F1D7246E-1003-4C42-A15E-435868C8E550}" destId="{7D6DA3B7-65F5-403B-AF93-E02B41C9ECF8}" srcOrd="0" destOrd="0" presId="urn:microsoft.com/office/officeart/2005/8/layout/orgChart1"/>
    <dgm:cxn modelId="{65796CF4-2F78-4DDD-A15A-5F9DE07D0665}" srcId="{DBEC5EC7-42ED-4C0C-9529-49377A018868}" destId="{E3B4B92B-A775-446C-BCA3-0FEB22975E80}" srcOrd="1" destOrd="0" parTransId="{5239FF59-963D-4450-AC07-F138D377E8AD}" sibTransId="{A238CD9D-733D-45D3-8C8F-D911EC4269E0}"/>
    <dgm:cxn modelId="{DCF69CF6-6E2C-44C5-9118-0394421DBF93}" srcId="{F8D7B3A5-3763-472C-A6F5-233475F059D4}" destId="{F8468C96-68A4-4841-8CA1-13388EEB9495}" srcOrd="0" destOrd="0" parTransId="{1E15AA8F-D145-4902-83A8-CDF9CD9E83A3}" sibTransId="{F075C096-B999-415C-8AA9-2C25DDB7BA00}"/>
    <dgm:cxn modelId="{80DE3BFC-1912-47FE-AC7E-87263D58AD0D}" type="presOf" srcId="{BD418C6D-EF45-4836-AEDC-A9B3D7A7D805}" destId="{077579C2-E581-40FF-9F36-29C006AAED2F}" srcOrd="1" destOrd="0" presId="urn:microsoft.com/office/officeart/2005/8/layout/orgChart1"/>
    <dgm:cxn modelId="{670F1993-5C8E-465B-9127-BCF24EEBD1CB}" type="presParOf" srcId="{F2DBDA25-0885-4274-B725-A570848940E4}" destId="{95B64F14-E7D9-4062-BCBA-72AA2926E2E8}" srcOrd="0" destOrd="0" presId="urn:microsoft.com/office/officeart/2005/8/layout/orgChart1"/>
    <dgm:cxn modelId="{2B8B4949-03B2-4B33-946A-D04E198FBF92}" type="presParOf" srcId="{95B64F14-E7D9-4062-BCBA-72AA2926E2E8}" destId="{E7650FBB-8DAB-48B0-A868-875F5AA90406}" srcOrd="0" destOrd="0" presId="urn:microsoft.com/office/officeart/2005/8/layout/orgChart1"/>
    <dgm:cxn modelId="{A754BC66-A46B-43DA-9ADF-3771BE6A69C4}" type="presParOf" srcId="{E7650FBB-8DAB-48B0-A868-875F5AA90406}" destId="{0624A0DB-2A56-42B6-8AD8-DCCE55415E57}" srcOrd="0" destOrd="0" presId="urn:microsoft.com/office/officeart/2005/8/layout/orgChart1"/>
    <dgm:cxn modelId="{0126A189-7AFC-47C2-A4B5-F8961628AE7C}" type="presParOf" srcId="{E7650FBB-8DAB-48B0-A868-875F5AA90406}" destId="{A41DF725-580C-4CC9-90E6-AA1AB643BAAE}" srcOrd="1" destOrd="0" presId="urn:microsoft.com/office/officeart/2005/8/layout/orgChart1"/>
    <dgm:cxn modelId="{209D8EA4-C26B-4C46-867C-7FB2864EA8DE}" type="presParOf" srcId="{95B64F14-E7D9-4062-BCBA-72AA2926E2E8}" destId="{856B4492-BE86-49A3-8777-271DE2B1F158}" srcOrd="1" destOrd="0" presId="urn:microsoft.com/office/officeart/2005/8/layout/orgChart1"/>
    <dgm:cxn modelId="{596372D3-C2E3-4877-BB80-CAE2BF976C30}" type="presParOf" srcId="{856B4492-BE86-49A3-8777-271DE2B1F158}" destId="{FE9F99CE-15BC-4CFE-AFDF-BDF0B9398A03}" srcOrd="0" destOrd="0" presId="urn:microsoft.com/office/officeart/2005/8/layout/orgChart1"/>
    <dgm:cxn modelId="{DBD82B1F-80B0-45EC-983B-31C2B54CA1F7}" type="presParOf" srcId="{856B4492-BE86-49A3-8777-271DE2B1F158}" destId="{6166A6CF-E38E-4DF3-A513-B9B5F04C1C45}" srcOrd="1" destOrd="0" presId="urn:microsoft.com/office/officeart/2005/8/layout/orgChart1"/>
    <dgm:cxn modelId="{D2EDBCA4-0266-4D48-8343-0E79614C0781}" type="presParOf" srcId="{6166A6CF-E38E-4DF3-A513-B9B5F04C1C45}" destId="{C840405F-8D8D-4EBB-BCA0-B4136D0C43B5}" srcOrd="0" destOrd="0" presId="urn:microsoft.com/office/officeart/2005/8/layout/orgChart1"/>
    <dgm:cxn modelId="{87313969-6524-48A4-B8BC-AF09243C725F}" type="presParOf" srcId="{C840405F-8D8D-4EBB-BCA0-B4136D0C43B5}" destId="{37FA2B19-4C85-4EA1-8E4E-9A293D973515}" srcOrd="0" destOrd="0" presId="urn:microsoft.com/office/officeart/2005/8/layout/orgChart1"/>
    <dgm:cxn modelId="{32C922A8-597C-4F30-8DF5-423E5EF824AD}" type="presParOf" srcId="{C840405F-8D8D-4EBB-BCA0-B4136D0C43B5}" destId="{F59513F4-8255-4D25-9AA9-8257FE1A3862}" srcOrd="1" destOrd="0" presId="urn:microsoft.com/office/officeart/2005/8/layout/orgChart1"/>
    <dgm:cxn modelId="{85872FAC-C5E4-48DC-B153-EF268B12A88A}" type="presParOf" srcId="{6166A6CF-E38E-4DF3-A513-B9B5F04C1C45}" destId="{28AFB4BF-1B0A-438C-9CD1-DE56F19789DD}" srcOrd="1" destOrd="0" presId="urn:microsoft.com/office/officeart/2005/8/layout/orgChart1"/>
    <dgm:cxn modelId="{8311C1D3-2752-4C38-B84C-2BFE5D95FACC}" type="presParOf" srcId="{6166A6CF-E38E-4DF3-A513-B9B5F04C1C45}" destId="{C01C2AB1-F15A-460F-9C63-52470A47CE1D}" srcOrd="2" destOrd="0" presId="urn:microsoft.com/office/officeart/2005/8/layout/orgChart1"/>
    <dgm:cxn modelId="{577F7CF1-4548-4545-98F8-F809BFDD29CC}" type="presParOf" srcId="{856B4492-BE86-49A3-8777-271DE2B1F158}" destId="{093373E0-605B-4315-8C6D-C441D4AAC12E}" srcOrd="2" destOrd="0" presId="urn:microsoft.com/office/officeart/2005/8/layout/orgChart1"/>
    <dgm:cxn modelId="{956625C3-E8CC-4990-B918-7F98D904FB34}" type="presParOf" srcId="{856B4492-BE86-49A3-8777-271DE2B1F158}" destId="{98963B51-8219-4474-8913-DA41341C0F86}" srcOrd="3" destOrd="0" presId="urn:microsoft.com/office/officeart/2005/8/layout/orgChart1"/>
    <dgm:cxn modelId="{B09358B4-5CBC-415B-8F18-6E204389669B}" type="presParOf" srcId="{98963B51-8219-4474-8913-DA41341C0F86}" destId="{2C76B008-79C3-4F20-9C96-3CD6902C7827}" srcOrd="0" destOrd="0" presId="urn:microsoft.com/office/officeart/2005/8/layout/orgChart1"/>
    <dgm:cxn modelId="{067AC19A-C12D-41C7-95A6-4C7A200F797A}" type="presParOf" srcId="{2C76B008-79C3-4F20-9C96-3CD6902C7827}" destId="{61867E92-E8F2-4D12-9C18-0E9E2A9630DE}" srcOrd="0" destOrd="0" presId="urn:microsoft.com/office/officeart/2005/8/layout/orgChart1"/>
    <dgm:cxn modelId="{224AEA95-0DC7-446E-B94B-ACEA695E536E}" type="presParOf" srcId="{2C76B008-79C3-4F20-9C96-3CD6902C7827}" destId="{077579C2-E581-40FF-9F36-29C006AAED2F}" srcOrd="1" destOrd="0" presId="urn:microsoft.com/office/officeart/2005/8/layout/orgChart1"/>
    <dgm:cxn modelId="{C9587852-7C99-4F78-AEA0-653D063ED0C7}" type="presParOf" srcId="{98963B51-8219-4474-8913-DA41341C0F86}" destId="{A6D58D63-E590-4CA8-B4BE-DF00223B779F}" srcOrd="1" destOrd="0" presId="urn:microsoft.com/office/officeart/2005/8/layout/orgChart1"/>
    <dgm:cxn modelId="{A6027DF9-9052-4683-A589-FB32574F84F0}" type="presParOf" srcId="{A6D58D63-E590-4CA8-B4BE-DF00223B779F}" destId="{2D037C26-4F2C-4CE3-BF71-B970201E8A00}" srcOrd="0" destOrd="0" presId="urn:microsoft.com/office/officeart/2005/8/layout/orgChart1"/>
    <dgm:cxn modelId="{6CA72CB7-5F52-47B6-9FF4-37FC9575C045}" type="presParOf" srcId="{A6D58D63-E590-4CA8-B4BE-DF00223B779F}" destId="{10506BA5-A3EC-4345-BCA6-C68FCA171BB8}" srcOrd="1" destOrd="0" presId="urn:microsoft.com/office/officeart/2005/8/layout/orgChart1"/>
    <dgm:cxn modelId="{B71AF84E-17C8-4CFD-A62B-3FDA57FAD763}" type="presParOf" srcId="{10506BA5-A3EC-4345-BCA6-C68FCA171BB8}" destId="{4D940D52-28CE-45AB-80EA-2A7CAC641CB1}" srcOrd="0" destOrd="0" presId="urn:microsoft.com/office/officeart/2005/8/layout/orgChart1"/>
    <dgm:cxn modelId="{5CF5D10E-CECD-4D70-8306-4CDE502A584D}" type="presParOf" srcId="{4D940D52-28CE-45AB-80EA-2A7CAC641CB1}" destId="{7D6DA3B7-65F5-403B-AF93-E02B41C9ECF8}" srcOrd="0" destOrd="0" presId="urn:microsoft.com/office/officeart/2005/8/layout/orgChart1"/>
    <dgm:cxn modelId="{0F3E408B-C81A-4094-8CF9-8909CED3AB7F}" type="presParOf" srcId="{4D940D52-28CE-45AB-80EA-2A7CAC641CB1}" destId="{4FFC52A9-3FED-4ECB-B908-A4AF9B014F8F}" srcOrd="1" destOrd="0" presId="urn:microsoft.com/office/officeart/2005/8/layout/orgChart1"/>
    <dgm:cxn modelId="{E32F7E02-BF0E-42ED-AD87-EA2C90CF1B95}" type="presParOf" srcId="{10506BA5-A3EC-4345-BCA6-C68FCA171BB8}" destId="{E967729E-7F09-41DF-ABCC-7CA194E75C7C}" srcOrd="1" destOrd="0" presId="urn:microsoft.com/office/officeart/2005/8/layout/orgChart1"/>
    <dgm:cxn modelId="{CCEE1FEA-EABB-42E2-8528-0E6A263A97EE}" type="presParOf" srcId="{E967729E-7F09-41DF-ABCC-7CA194E75C7C}" destId="{B2E6F288-BF78-47D8-9A58-826A070B972D}" srcOrd="0" destOrd="0" presId="urn:microsoft.com/office/officeart/2005/8/layout/orgChart1"/>
    <dgm:cxn modelId="{733A12A0-7E98-46EC-ADDE-C7C8C5F62B05}" type="presParOf" srcId="{E967729E-7F09-41DF-ABCC-7CA194E75C7C}" destId="{06F210EA-539D-442E-BA45-15879FB5D19B}" srcOrd="1" destOrd="0" presId="urn:microsoft.com/office/officeart/2005/8/layout/orgChart1"/>
    <dgm:cxn modelId="{90818F12-F729-46E1-8F6B-CF4861EE653C}" type="presParOf" srcId="{06F210EA-539D-442E-BA45-15879FB5D19B}" destId="{C612F91A-4BE2-4C3A-B48D-E78537CDF65C}" srcOrd="0" destOrd="0" presId="urn:microsoft.com/office/officeart/2005/8/layout/orgChart1"/>
    <dgm:cxn modelId="{21679709-CE6D-4FCE-A04A-A80BAD18FD70}" type="presParOf" srcId="{C612F91A-4BE2-4C3A-B48D-E78537CDF65C}" destId="{3C6D6224-4FAC-4451-85E5-A7E2A098EFBB}" srcOrd="0" destOrd="0" presId="urn:microsoft.com/office/officeart/2005/8/layout/orgChart1"/>
    <dgm:cxn modelId="{EE376CCE-3329-4BEF-8202-652CC6B4B318}" type="presParOf" srcId="{C612F91A-4BE2-4C3A-B48D-E78537CDF65C}" destId="{FDB6B63E-A8EC-4FC6-91A8-BBCA4DEF9EA9}" srcOrd="1" destOrd="0" presId="urn:microsoft.com/office/officeart/2005/8/layout/orgChart1"/>
    <dgm:cxn modelId="{D14DAD29-2D7B-4B47-8F93-3688594A1A7A}" type="presParOf" srcId="{06F210EA-539D-442E-BA45-15879FB5D19B}" destId="{B7204F1E-FB41-4207-BB37-214518444C6E}" srcOrd="1" destOrd="0" presId="urn:microsoft.com/office/officeart/2005/8/layout/orgChart1"/>
    <dgm:cxn modelId="{2563C481-D68A-418D-8E9F-5FA791A3FD3D}" type="presParOf" srcId="{06F210EA-539D-442E-BA45-15879FB5D19B}" destId="{B25A5384-2442-42E4-866D-737685C651CA}" srcOrd="2" destOrd="0" presId="urn:microsoft.com/office/officeart/2005/8/layout/orgChart1"/>
    <dgm:cxn modelId="{1B169718-FB98-4031-A39A-11A4B309A346}" type="presParOf" srcId="{10506BA5-A3EC-4345-BCA6-C68FCA171BB8}" destId="{88F79563-0B18-4389-9E71-F4464440350F}" srcOrd="2" destOrd="0" presId="urn:microsoft.com/office/officeart/2005/8/layout/orgChart1"/>
    <dgm:cxn modelId="{843841D9-8B09-4DD4-8534-7E4D6B7CF0E6}" type="presParOf" srcId="{A6D58D63-E590-4CA8-B4BE-DF00223B779F}" destId="{28B540E0-8ACF-4E84-AAC3-B5A53648DE3B}" srcOrd="2" destOrd="0" presId="urn:microsoft.com/office/officeart/2005/8/layout/orgChart1"/>
    <dgm:cxn modelId="{DE33C6D3-D768-459B-9BC5-CBA8B577243E}" type="presParOf" srcId="{A6D58D63-E590-4CA8-B4BE-DF00223B779F}" destId="{CCE4F17D-7A08-42CF-8593-D7A14A3FD5EC}" srcOrd="3" destOrd="0" presId="urn:microsoft.com/office/officeart/2005/8/layout/orgChart1"/>
    <dgm:cxn modelId="{0B706993-1786-4F61-87FB-0BA2453A4999}" type="presParOf" srcId="{CCE4F17D-7A08-42CF-8593-D7A14A3FD5EC}" destId="{801D1677-35AB-4251-B5A7-1BA28D86224D}" srcOrd="0" destOrd="0" presId="urn:microsoft.com/office/officeart/2005/8/layout/orgChart1"/>
    <dgm:cxn modelId="{96C8AAD5-2736-4B4D-B856-8EA33B2532AB}" type="presParOf" srcId="{801D1677-35AB-4251-B5A7-1BA28D86224D}" destId="{D5D727B1-0A8B-43CE-AEBD-5A2F19515012}" srcOrd="0" destOrd="0" presId="urn:microsoft.com/office/officeart/2005/8/layout/orgChart1"/>
    <dgm:cxn modelId="{149040D3-E7EE-42A3-8019-DBE6FA6C74F5}" type="presParOf" srcId="{801D1677-35AB-4251-B5A7-1BA28D86224D}" destId="{1714C209-CADA-4F9D-A74A-4EE36AEB8F89}" srcOrd="1" destOrd="0" presId="urn:microsoft.com/office/officeart/2005/8/layout/orgChart1"/>
    <dgm:cxn modelId="{46908F04-43C1-4FE8-9EA3-E1394F476553}" type="presParOf" srcId="{CCE4F17D-7A08-42CF-8593-D7A14A3FD5EC}" destId="{F0CC18A2-7426-4A5A-A2D8-75D1AD8ABF4A}" srcOrd="1" destOrd="0" presId="urn:microsoft.com/office/officeart/2005/8/layout/orgChart1"/>
    <dgm:cxn modelId="{68E6A6EE-832E-4506-AB33-286BDD24E433}" type="presParOf" srcId="{F0CC18A2-7426-4A5A-A2D8-75D1AD8ABF4A}" destId="{0FDC9404-7BB5-4A89-9168-AEB8985F0AEC}" srcOrd="0" destOrd="0" presId="urn:microsoft.com/office/officeart/2005/8/layout/orgChart1"/>
    <dgm:cxn modelId="{7C41FF42-F6E8-45FA-8BF7-998D2771F4FF}" type="presParOf" srcId="{F0CC18A2-7426-4A5A-A2D8-75D1AD8ABF4A}" destId="{4EFAC724-250B-4DE2-8E6A-EF41E5EC6446}" srcOrd="1" destOrd="0" presId="urn:microsoft.com/office/officeart/2005/8/layout/orgChart1"/>
    <dgm:cxn modelId="{5CF6757D-8E9F-4ABA-B941-2B58C2977FC9}" type="presParOf" srcId="{4EFAC724-250B-4DE2-8E6A-EF41E5EC6446}" destId="{7C57F114-F515-4F06-86A5-9270704391E5}" srcOrd="0" destOrd="0" presId="urn:microsoft.com/office/officeart/2005/8/layout/orgChart1"/>
    <dgm:cxn modelId="{2E3D07F4-08A9-4950-AD68-268ACBC33DC4}" type="presParOf" srcId="{7C57F114-F515-4F06-86A5-9270704391E5}" destId="{858B93E0-C9BB-4504-9DAB-6EF7E7C5CA07}" srcOrd="0" destOrd="0" presId="urn:microsoft.com/office/officeart/2005/8/layout/orgChart1"/>
    <dgm:cxn modelId="{CA641921-4B3A-4572-A94A-76A8C64AB9D9}" type="presParOf" srcId="{7C57F114-F515-4F06-86A5-9270704391E5}" destId="{7CD73C01-BF94-4A20-961B-FEE8C801EC07}" srcOrd="1" destOrd="0" presId="urn:microsoft.com/office/officeart/2005/8/layout/orgChart1"/>
    <dgm:cxn modelId="{AEFA26B8-0363-4346-8E76-42A3C24112E7}" type="presParOf" srcId="{4EFAC724-250B-4DE2-8E6A-EF41E5EC6446}" destId="{46526A67-FA2A-46B6-98AF-B74076E4E9A1}" srcOrd="1" destOrd="0" presId="urn:microsoft.com/office/officeart/2005/8/layout/orgChart1"/>
    <dgm:cxn modelId="{E9668418-6D62-4EBD-BE70-233136EFBCDB}" type="presParOf" srcId="{4EFAC724-250B-4DE2-8E6A-EF41E5EC6446}" destId="{12589371-466D-4A7D-B2EE-3F2CCAE4723A}" srcOrd="2" destOrd="0" presId="urn:microsoft.com/office/officeart/2005/8/layout/orgChart1"/>
    <dgm:cxn modelId="{DB89E831-03AC-4C9E-A709-A91587AC5ACA}" type="presParOf" srcId="{CCE4F17D-7A08-42CF-8593-D7A14A3FD5EC}" destId="{2CB178A3-32DE-4E07-9CAE-A4A160F7AF10}" srcOrd="2" destOrd="0" presId="urn:microsoft.com/office/officeart/2005/8/layout/orgChart1"/>
    <dgm:cxn modelId="{23B6CE30-3FA5-44EC-AB7B-016FEFC6229F}" type="presParOf" srcId="{A6D58D63-E590-4CA8-B4BE-DF00223B779F}" destId="{D82C073B-1D10-49C2-9843-EB1BF962A57C}" srcOrd="4" destOrd="0" presId="urn:microsoft.com/office/officeart/2005/8/layout/orgChart1"/>
    <dgm:cxn modelId="{913E0217-64B9-40A9-B628-4210953A7597}" type="presParOf" srcId="{A6D58D63-E590-4CA8-B4BE-DF00223B779F}" destId="{FC7169AA-E8AB-4B04-8DC1-BCDBA3534665}" srcOrd="5" destOrd="0" presId="urn:microsoft.com/office/officeart/2005/8/layout/orgChart1"/>
    <dgm:cxn modelId="{D51E8882-A65F-49AE-B4EB-A7258D8B95E0}" type="presParOf" srcId="{FC7169AA-E8AB-4B04-8DC1-BCDBA3534665}" destId="{F46B71AA-4194-4161-A5CF-AB47B31AD895}" srcOrd="0" destOrd="0" presId="urn:microsoft.com/office/officeart/2005/8/layout/orgChart1"/>
    <dgm:cxn modelId="{F339A61B-49E8-4395-9E62-AA12958F05E0}" type="presParOf" srcId="{F46B71AA-4194-4161-A5CF-AB47B31AD895}" destId="{A6F97FC0-F446-4132-88D8-5393FB4DC051}" srcOrd="0" destOrd="0" presId="urn:microsoft.com/office/officeart/2005/8/layout/orgChart1"/>
    <dgm:cxn modelId="{68DE9FBB-192C-44FA-A43D-0073C18223FD}" type="presParOf" srcId="{F46B71AA-4194-4161-A5CF-AB47B31AD895}" destId="{597AB1ED-A9A6-4297-883A-4BD3949E203B}" srcOrd="1" destOrd="0" presId="urn:microsoft.com/office/officeart/2005/8/layout/orgChart1"/>
    <dgm:cxn modelId="{A18D24C7-14F3-4E24-88AD-0A17EA499F82}" type="presParOf" srcId="{FC7169AA-E8AB-4B04-8DC1-BCDBA3534665}" destId="{41346273-136E-4BEF-9B16-EDB03119CA25}" srcOrd="1" destOrd="0" presId="urn:microsoft.com/office/officeart/2005/8/layout/orgChart1"/>
    <dgm:cxn modelId="{C43B3D0B-765D-4D65-8C8A-E047BBAD2C81}" type="presParOf" srcId="{41346273-136E-4BEF-9B16-EDB03119CA25}" destId="{4F92FF0F-2A55-433B-A5D7-191CD67E3DA4}" srcOrd="0" destOrd="0" presId="urn:microsoft.com/office/officeart/2005/8/layout/orgChart1"/>
    <dgm:cxn modelId="{C0EEC349-14C8-4488-AF07-AAFA72DF4109}" type="presParOf" srcId="{41346273-136E-4BEF-9B16-EDB03119CA25}" destId="{17F566A4-8F38-4A3E-AD7E-8344D5EE5560}" srcOrd="1" destOrd="0" presId="urn:microsoft.com/office/officeart/2005/8/layout/orgChart1"/>
    <dgm:cxn modelId="{1E89444D-79B3-40C2-BEB4-779E42C3F44E}" type="presParOf" srcId="{17F566A4-8F38-4A3E-AD7E-8344D5EE5560}" destId="{A9ECD759-D40E-45D4-ABB1-D2BCA99DEDA6}" srcOrd="0" destOrd="0" presId="urn:microsoft.com/office/officeart/2005/8/layout/orgChart1"/>
    <dgm:cxn modelId="{B0B2472C-2E0C-45E8-8D35-641F91F566B2}" type="presParOf" srcId="{A9ECD759-D40E-45D4-ABB1-D2BCA99DEDA6}" destId="{C625A1EE-8DFD-40DD-B107-D665AD2BF564}" srcOrd="0" destOrd="0" presId="urn:microsoft.com/office/officeart/2005/8/layout/orgChart1"/>
    <dgm:cxn modelId="{28CBE920-8E18-4100-A144-17F0A60CC9F8}" type="presParOf" srcId="{A9ECD759-D40E-45D4-ABB1-D2BCA99DEDA6}" destId="{40F60B5D-41EC-46CC-BE44-2DE46057C665}" srcOrd="1" destOrd="0" presId="urn:microsoft.com/office/officeart/2005/8/layout/orgChart1"/>
    <dgm:cxn modelId="{1587ED95-8613-424A-9341-05AEABDDD4AD}" type="presParOf" srcId="{17F566A4-8F38-4A3E-AD7E-8344D5EE5560}" destId="{BFA7BB07-C1B2-42E6-BE04-D32C9E472E36}" srcOrd="1" destOrd="0" presId="urn:microsoft.com/office/officeart/2005/8/layout/orgChart1"/>
    <dgm:cxn modelId="{6E1DF416-C55A-49C6-ACDA-6296D0989264}" type="presParOf" srcId="{17F566A4-8F38-4A3E-AD7E-8344D5EE5560}" destId="{CDB96735-E30C-41E8-B7F9-BCA321D10055}" srcOrd="2" destOrd="0" presId="urn:microsoft.com/office/officeart/2005/8/layout/orgChart1"/>
    <dgm:cxn modelId="{628D13B2-DC95-4446-A350-8DDCEA904E1F}" type="presParOf" srcId="{FC7169AA-E8AB-4B04-8DC1-BCDBA3534665}" destId="{9C80C61C-6AFB-4BF6-BD21-C8A3BD42AF9D}" srcOrd="2" destOrd="0" presId="urn:microsoft.com/office/officeart/2005/8/layout/orgChart1"/>
    <dgm:cxn modelId="{4054B918-A2D9-4B3C-8394-06039B6510C6}" type="presParOf" srcId="{98963B51-8219-4474-8913-DA41341C0F86}" destId="{6CDC7EE7-BCD4-4134-8AAB-C28C37103981}" srcOrd="2" destOrd="0" presId="urn:microsoft.com/office/officeart/2005/8/layout/orgChart1"/>
    <dgm:cxn modelId="{5849CB4A-84D2-4164-A649-4CA17091F287}" type="presParOf" srcId="{856B4492-BE86-49A3-8777-271DE2B1F158}" destId="{D12F87A7-7AA9-4C4B-9CC8-894A4AEC82A7}" srcOrd="4" destOrd="0" presId="urn:microsoft.com/office/officeart/2005/8/layout/orgChart1"/>
    <dgm:cxn modelId="{B97AE15A-A455-4805-A5D5-6519D1BF1A8D}" type="presParOf" srcId="{856B4492-BE86-49A3-8777-271DE2B1F158}" destId="{D9224447-32D3-4E92-A12B-46D6EBB40F3C}" srcOrd="5" destOrd="0" presId="urn:microsoft.com/office/officeart/2005/8/layout/orgChart1"/>
    <dgm:cxn modelId="{82342012-8592-4B46-A9DE-9E63E2DC8ADC}" type="presParOf" srcId="{D9224447-32D3-4E92-A12B-46D6EBB40F3C}" destId="{C2B5D116-F4A1-4002-81BA-594E5BD890BC}" srcOrd="0" destOrd="0" presId="urn:microsoft.com/office/officeart/2005/8/layout/orgChart1"/>
    <dgm:cxn modelId="{300478D2-F02A-4A9A-BAE4-DC91E1BB8ED9}" type="presParOf" srcId="{C2B5D116-F4A1-4002-81BA-594E5BD890BC}" destId="{91936BE8-8AC7-49BC-9354-2FF54B0FB317}" srcOrd="0" destOrd="0" presId="urn:microsoft.com/office/officeart/2005/8/layout/orgChart1"/>
    <dgm:cxn modelId="{89A34C9A-D74C-47E3-B006-8A220F6F8320}" type="presParOf" srcId="{C2B5D116-F4A1-4002-81BA-594E5BD890BC}" destId="{1E29433F-BC02-4F4E-A2C7-DBEF04133696}" srcOrd="1" destOrd="0" presId="urn:microsoft.com/office/officeart/2005/8/layout/orgChart1"/>
    <dgm:cxn modelId="{F7051097-0445-4D90-B98F-9F458C255A34}" type="presParOf" srcId="{D9224447-32D3-4E92-A12B-46D6EBB40F3C}" destId="{A93D33DA-5618-410C-9DCF-A2CDC169BC96}" srcOrd="1" destOrd="0" presId="urn:microsoft.com/office/officeart/2005/8/layout/orgChart1"/>
    <dgm:cxn modelId="{482BB526-DB72-41DD-8D04-EA2443D598CC}" type="presParOf" srcId="{D9224447-32D3-4E92-A12B-46D6EBB40F3C}" destId="{53532A66-885B-45FC-A36B-C86DA5F11C8F}" srcOrd="2" destOrd="0" presId="urn:microsoft.com/office/officeart/2005/8/layout/orgChart1"/>
    <dgm:cxn modelId="{A402A104-1EED-43E8-B9B6-E369FD371791}" type="presParOf" srcId="{95B64F14-E7D9-4062-BCBA-72AA2926E2E8}" destId="{BB946754-1FBC-49C3-B5F5-C2D92F125AA7}" srcOrd="2" destOrd="0" presId="urn:microsoft.com/office/officeart/2005/8/layout/orgChart1"/>
    <dgm:cxn modelId="{7F8C2447-26A3-4BE5-BA46-FFF4B08124D4}" type="presParOf" srcId="{BB946754-1FBC-49C3-B5F5-C2D92F125AA7}" destId="{815C2AB6-853A-4F37-A0CD-B39D1A4FFEB2}" srcOrd="0" destOrd="0" presId="urn:microsoft.com/office/officeart/2005/8/layout/orgChart1"/>
    <dgm:cxn modelId="{8EACB351-140C-42C7-A398-158992DA528D}" type="presParOf" srcId="{BB946754-1FBC-49C3-B5F5-C2D92F125AA7}" destId="{0F16D451-616D-4E1C-AB14-1AD36C67EC67}" srcOrd="1" destOrd="0" presId="urn:microsoft.com/office/officeart/2005/8/layout/orgChart1"/>
    <dgm:cxn modelId="{4D92F7F0-BA82-464B-B5BE-60A575AE44BC}" type="presParOf" srcId="{0F16D451-616D-4E1C-AB14-1AD36C67EC67}" destId="{DAF0CF64-8FA6-47CC-9723-16CA0703E8B9}" srcOrd="0" destOrd="0" presId="urn:microsoft.com/office/officeart/2005/8/layout/orgChart1"/>
    <dgm:cxn modelId="{79A81963-D237-4789-AFDF-B53598BF65B3}" type="presParOf" srcId="{DAF0CF64-8FA6-47CC-9723-16CA0703E8B9}" destId="{48B4E166-97B0-4489-B517-F46B52097BB6}" srcOrd="0" destOrd="0" presId="urn:microsoft.com/office/officeart/2005/8/layout/orgChart1"/>
    <dgm:cxn modelId="{ACD5C719-13F5-4010-AA73-FE7A6B5FD241}" type="presParOf" srcId="{DAF0CF64-8FA6-47CC-9723-16CA0703E8B9}" destId="{83BD2544-90A5-4397-9E43-2FA416E670A5}" srcOrd="1" destOrd="0" presId="urn:microsoft.com/office/officeart/2005/8/layout/orgChart1"/>
    <dgm:cxn modelId="{6E334F28-4383-405D-B580-0720D2412709}" type="presParOf" srcId="{0F16D451-616D-4E1C-AB14-1AD36C67EC67}" destId="{FC148BF1-F9F9-40CA-BBA5-9C681B60C0A6}" srcOrd="1" destOrd="0" presId="urn:microsoft.com/office/officeart/2005/8/layout/orgChart1"/>
    <dgm:cxn modelId="{5F482479-FA77-4355-987B-BCC0759C7373}" type="presParOf" srcId="{0F16D451-616D-4E1C-AB14-1AD36C67EC67}" destId="{13EFDB60-3706-497F-A01D-2B39F22C672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C2AB6-853A-4F37-A0CD-B39D1A4FFEB2}">
      <dsp:nvSpPr>
        <dsp:cNvPr id="0" name=""/>
        <dsp:cNvSpPr/>
      </dsp:nvSpPr>
      <dsp:spPr>
        <a:xfrm>
          <a:off x="6460750" y="1960815"/>
          <a:ext cx="161205" cy="512175"/>
        </a:xfrm>
        <a:custGeom>
          <a:avLst/>
          <a:gdLst/>
          <a:ahLst/>
          <a:cxnLst/>
          <a:rect l="0" t="0" r="0" b="0"/>
          <a:pathLst>
            <a:path>
              <a:moveTo>
                <a:pt x="161205" y="0"/>
              </a:moveTo>
              <a:lnTo>
                <a:pt x="161205" y="512175"/>
              </a:lnTo>
              <a:lnTo>
                <a:pt x="0" y="51217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F87A7-7AA9-4C4B-9CC8-894A4AEC82A7}">
      <dsp:nvSpPr>
        <dsp:cNvPr id="0" name=""/>
        <dsp:cNvSpPr/>
      </dsp:nvSpPr>
      <dsp:spPr>
        <a:xfrm>
          <a:off x="6621955" y="1960815"/>
          <a:ext cx="4761288" cy="11337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985"/>
              </a:lnTo>
              <a:lnTo>
                <a:pt x="4761288" y="1030985"/>
              </a:lnTo>
              <a:lnTo>
                <a:pt x="4761288" y="1133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92FF0F-2A55-433B-A5D7-191CD67E3DA4}">
      <dsp:nvSpPr>
        <dsp:cNvPr id="0" name=""/>
        <dsp:cNvSpPr/>
      </dsp:nvSpPr>
      <dsp:spPr>
        <a:xfrm>
          <a:off x="11031648" y="4434229"/>
          <a:ext cx="170266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70266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C073B-1D10-49C2-9843-EB1BF962A57C}">
      <dsp:nvSpPr>
        <dsp:cNvPr id="0" name=""/>
        <dsp:cNvSpPr/>
      </dsp:nvSpPr>
      <dsp:spPr>
        <a:xfrm>
          <a:off x="10199205" y="3583820"/>
          <a:ext cx="1286488" cy="205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747"/>
              </a:lnTo>
              <a:lnTo>
                <a:pt x="1286488" y="102747"/>
              </a:lnTo>
              <a:lnTo>
                <a:pt x="1286488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C9404-7BB5-4A89-9168-AEB8985F0AEC}">
      <dsp:nvSpPr>
        <dsp:cNvPr id="0" name=""/>
        <dsp:cNvSpPr/>
      </dsp:nvSpPr>
      <dsp:spPr>
        <a:xfrm>
          <a:off x="9647544" y="4454666"/>
          <a:ext cx="177516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77516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B540E0-8ACF-4E84-AAC3-B5A53648DE3B}">
      <dsp:nvSpPr>
        <dsp:cNvPr id="0" name=""/>
        <dsp:cNvSpPr/>
      </dsp:nvSpPr>
      <dsp:spPr>
        <a:xfrm>
          <a:off x="10075201" y="3583820"/>
          <a:ext cx="91440" cy="205494"/>
        </a:xfrm>
        <a:custGeom>
          <a:avLst/>
          <a:gdLst/>
          <a:ahLst/>
          <a:cxnLst/>
          <a:rect l="0" t="0" r="0" b="0"/>
          <a:pathLst>
            <a:path>
              <a:moveTo>
                <a:pt x="124003" y="0"/>
              </a:moveTo>
              <a:lnTo>
                <a:pt x="124003" y="102747"/>
              </a:lnTo>
              <a:lnTo>
                <a:pt x="45720" y="102747"/>
              </a:lnTo>
              <a:lnTo>
                <a:pt x="45720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E6F288-BF78-47D8-9A58-826A070B972D}">
      <dsp:nvSpPr>
        <dsp:cNvPr id="0" name=""/>
        <dsp:cNvSpPr/>
      </dsp:nvSpPr>
      <dsp:spPr>
        <a:xfrm>
          <a:off x="8443015" y="4278587"/>
          <a:ext cx="155510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55510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37C26-4F2C-4CE3-BF71-B970201E8A00}">
      <dsp:nvSpPr>
        <dsp:cNvPr id="0" name=""/>
        <dsp:cNvSpPr/>
      </dsp:nvSpPr>
      <dsp:spPr>
        <a:xfrm>
          <a:off x="8834433" y="3583820"/>
          <a:ext cx="1364771" cy="205494"/>
        </a:xfrm>
        <a:custGeom>
          <a:avLst/>
          <a:gdLst/>
          <a:ahLst/>
          <a:cxnLst/>
          <a:rect l="0" t="0" r="0" b="0"/>
          <a:pathLst>
            <a:path>
              <a:moveTo>
                <a:pt x="1364771" y="0"/>
              </a:moveTo>
              <a:lnTo>
                <a:pt x="1364771" y="102747"/>
              </a:lnTo>
              <a:lnTo>
                <a:pt x="0" y="102747"/>
              </a:lnTo>
              <a:lnTo>
                <a:pt x="0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373E0-605B-4315-8C6D-C441D4AAC12E}">
      <dsp:nvSpPr>
        <dsp:cNvPr id="0" name=""/>
        <dsp:cNvSpPr/>
      </dsp:nvSpPr>
      <dsp:spPr>
        <a:xfrm>
          <a:off x="6621955" y="1960815"/>
          <a:ext cx="3577249" cy="11337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985"/>
              </a:lnTo>
              <a:lnTo>
                <a:pt x="3577249" y="1030985"/>
              </a:lnTo>
              <a:lnTo>
                <a:pt x="3577249" y="1133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9F99CE-15BC-4CFE-AFDF-BDF0B9398A03}">
      <dsp:nvSpPr>
        <dsp:cNvPr id="0" name=""/>
        <dsp:cNvSpPr/>
      </dsp:nvSpPr>
      <dsp:spPr>
        <a:xfrm>
          <a:off x="6621955" y="1960815"/>
          <a:ext cx="1620458" cy="11337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985"/>
              </a:lnTo>
              <a:lnTo>
                <a:pt x="1620458" y="1030985"/>
              </a:lnTo>
              <a:lnTo>
                <a:pt x="1620458" y="1133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7E20B-0762-49B7-BFF5-2227209EEFB0}">
      <dsp:nvSpPr>
        <dsp:cNvPr id="0" name=""/>
        <dsp:cNvSpPr/>
      </dsp:nvSpPr>
      <dsp:spPr>
        <a:xfrm>
          <a:off x="7258976" y="4278587"/>
          <a:ext cx="146781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46781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B410CA-9DE8-4C5A-892D-FF4E8B3D3808}">
      <dsp:nvSpPr>
        <dsp:cNvPr id="0" name=""/>
        <dsp:cNvSpPr/>
      </dsp:nvSpPr>
      <dsp:spPr>
        <a:xfrm>
          <a:off x="7058374" y="3583820"/>
          <a:ext cx="592019" cy="205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747"/>
              </a:lnTo>
              <a:lnTo>
                <a:pt x="592019" y="102747"/>
              </a:lnTo>
              <a:lnTo>
                <a:pt x="592019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E30279-AF0B-4376-8C83-AD67E04B1AA4}">
      <dsp:nvSpPr>
        <dsp:cNvPr id="0" name=""/>
        <dsp:cNvSpPr/>
      </dsp:nvSpPr>
      <dsp:spPr>
        <a:xfrm>
          <a:off x="6074936" y="4278587"/>
          <a:ext cx="146781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46781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8DC933-648D-4AF3-BA49-AB8A657747C9}">
      <dsp:nvSpPr>
        <dsp:cNvPr id="0" name=""/>
        <dsp:cNvSpPr/>
      </dsp:nvSpPr>
      <dsp:spPr>
        <a:xfrm>
          <a:off x="6466354" y="3583820"/>
          <a:ext cx="592019" cy="205494"/>
        </a:xfrm>
        <a:custGeom>
          <a:avLst/>
          <a:gdLst/>
          <a:ahLst/>
          <a:cxnLst/>
          <a:rect l="0" t="0" r="0" b="0"/>
          <a:pathLst>
            <a:path>
              <a:moveTo>
                <a:pt x="592019" y="0"/>
              </a:moveTo>
              <a:lnTo>
                <a:pt x="592019" y="102747"/>
              </a:lnTo>
              <a:lnTo>
                <a:pt x="0" y="102747"/>
              </a:lnTo>
              <a:lnTo>
                <a:pt x="0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C13BFD-045F-47B5-B5CF-891FD15DDE3F}">
      <dsp:nvSpPr>
        <dsp:cNvPr id="0" name=""/>
        <dsp:cNvSpPr/>
      </dsp:nvSpPr>
      <dsp:spPr>
        <a:xfrm>
          <a:off x="6621955" y="1960815"/>
          <a:ext cx="436418" cy="11337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985"/>
              </a:lnTo>
              <a:lnTo>
                <a:pt x="436418" y="1030985"/>
              </a:lnTo>
              <a:lnTo>
                <a:pt x="436418" y="1133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CF27C6-D6CC-4F0D-8F5E-1ABE59A47E33}">
      <dsp:nvSpPr>
        <dsp:cNvPr id="0" name=""/>
        <dsp:cNvSpPr/>
      </dsp:nvSpPr>
      <dsp:spPr>
        <a:xfrm>
          <a:off x="4646261" y="3583820"/>
          <a:ext cx="146781" cy="1144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4897"/>
              </a:lnTo>
              <a:lnTo>
                <a:pt x="146781" y="11448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5515C9-0A94-43C1-BC86-1CDFCFB392CC}">
      <dsp:nvSpPr>
        <dsp:cNvPr id="0" name=""/>
        <dsp:cNvSpPr/>
      </dsp:nvSpPr>
      <dsp:spPr>
        <a:xfrm>
          <a:off x="4646261" y="3583820"/>
          <a:ext cx="146781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46781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286D5F-50A2-4D63-A1AF-9D84944D0C9F}">
      <dsp:nvSpPr>
        <dsp:cNvPr id="0" name=""/>
        <dsp:cNvSpPr/>
      </dsp:nvSpPr>
      <dsp:spPr>
        <a:xfrm>
          <a:off x="5037679" y="1960815"/>
          <a:ext cx="1584276" cy="1133732"/>
        </a:xfrm>
        <a:custGeom>
          <a:avLst/>
          <a:gdLst/>
          <a:ahLst/>
          <a:cxnLst/>
          <a:rect l="0" t="0" r="0" b="0"/>
          <a:pathLst>
            <a:path>
              <a:moveTo>
                <a:pt x="1584276" y="0"/>
              </a:moveTo>
              <a:lnTo>
                <a:pt x="1584276" y="1030985"/>
              </a:lnTo>
              <a:lnTo>
                <a:pt x="0" y="1030985"/>
              </a:lnTo>
              <a:lnTo>
                <a:pt x="0" y="1133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593B1-047D-42D6-AA15-FDB36F3269D6}">
      <dsp:nvSpPr>
        <dsp:cNvPr id="0" name=""/>
        <dsp:cNvSpPr/>
      </dsp:nvSpPr>
      <dsp:spPr>
        <a:xfrm>
          <a:off x="2299544" y="3593322"/>
          <a:ext cx="1798731" cy="205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747"/>
              </a:lnTo>
              <a:lnTo>
                <a:pt x="1798731" y="102747"/>
              </a:lnTo>
              <a:lnTo>
                <a:pt x="1798731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9E2ED3-0744-4348-A092-BFC1E7B14785}">
      <dsp:nvSpPr>
        <dsp:cNvPr id="0" name=""/>
        <dsp:cNvSpPr/>
      </dsp:nvSpPr>
      <dsp:spPr>
        <a:xfrm>
          <a:off x="2522818" y="4288089"/>
          <a:ext cx="146781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46781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511E70-664B-4F89-9599-7AB6B80F75D5}">
      <dsp:nvSpPr>
        <dsp:cNvPr id="0" name=""/>
        <dsp:cNvSpPr/>
      </dsp:nvSpPr>
      <dsp:spPr>
        <a:xfrm>
          <a:off x="2299544" y="3593322"/>
          <a:ext cx="614692" cy="205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747"/>
              </a:lnTo>
              <a:lnTo>
                <a:pt x="614692" y="102747"/>
              </a:lnTo>
              <a:lnTo>
                <a:pt x="614692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263EA-8DE3-4199-B212-322A2CA8B236}">
      <dsp:nvSpPr>
        <dsp:cNvPr id="0" name=""/>
        <dsp:cNvSpPr/>
      </dsp:nvSpPr>
      <dsp:spPr>
        <a:xfrm>
          <a:off x="1338779" y="4288089"/>
          <a:ext cx="146781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46781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F3C22-78F8-4A0B-AC09-1668B93FA539}">
      <dsp:nvSpPr>
        <dsp:cNvPr id="0" name=""/>
        <dsp:cNvSpPr/>
      </dsp:nvSpPr>
      <dsp:spPr>
        <a:xfrm>
          <a:off x="1730197" y="3593322"/>
          <a:ext cx="569346" cy="205494"/>
        </a:xfrm>
        <a:custGeom>
          <a:avLst/>
          <a:gdLst/>
          <a:ahLst/>
          <a:cxnLst/>
          <a:rect l="0" t="0" r="0" b="0"/>
          <a:pathLst>
            <a:path>
              <a:moveTo>
                <a:pt x="569346" y="0"/>
              </a:moveTo>
              <a:lnTo>
                <a:pt x="569346" y="102747"/>
              </a:lnTo>
              <a:lnTo>
                <a:pt x="0" y="102747"/>
              </a:lnTo>
              <a:lnTo>
                <a:pt x="0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53A4FA-777A-46EA-869B-473368D42AD1}">
      <dsp:nvSpPr>
        <dsp:cNvPr id="0" name=""/>
        <dsp:cNvSpPr/>
      </dsp:nvSpPr>
      <dsp:spPr>
        <a:xfrm>
          <a:off x="113928" y="4458218"/>
          <a:ext cx="153583" cy="45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130"/>
              </a:lnTo>
              <a:lnTo>
                <a:pt x="153583" y="4501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8D823-7E4A-421B-AE0A-F5424C7FFC39}">
      <dsp:nvSpPr>
        <dsp:cNvPr id="0" name=""/>
        <dsp:cNvSpPr/>
      </dsp:nvSpPr>
      <dsp:spPr>
        <a:xfrm>
          <a:off x="523485" y="3593322"/>
          <a:ext cx="1776059" cy="205494"/>
        </a:xfrm>
        <a:custGeom>
          <a:avLst/>
          <a:gdLst/>
          <a:ahLst/>
          <a:cxnLst/>
          <a:rect l="0" t="0" r="0" b="0"/>
          <a:pathLst>
            <a:path>
              <a:moveTo>
                <a:pt x="1776059" y="0"/>
              </a:moveTo>
              <a:lnTo>
                <a:pt x="1776059" y="102747"/>
              </a:lnTo>
              <a:lnTo>
                <a:pt x="0" y="102747"/>
              </a:lnTo>
              <a:lnTo>
                <a:pt x="0" y="2054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BD1A2-0817-4CE7-9C53-40F9089D22E0}">
      <dsp:nvSpPr>
        <dsp:cNvPr id="0" name=""/>
        <dsp:cNvSpPr/>
      </dsp:nvSpPr>
      <dsp:spPr>
        <a:xfrm>
          <a:off x="2299544" y="1960815"/>
          <a:ext cx="4322411" cy="1133732"/>
        </a:xfrm>
        <a:custGeom>
          <a:avLst/>
          <a:gdLst/>
          <a:ahLst/>
          <a:cxnLst/>
          <a:rect l="0" t="0" r="0" b="0"/>
          <a:pathLst>
            <a:path>
              <a:moveTo>
                <a:pt x="4322411" y="0"/>
              </a:moveTo>
              <a:lnTo>
                <a:pt x="4322411" y="1030985"/>
              </a:lnTo>
              <a:lnTo>
                <a:pt x="0" y="1030985"/>
              </a:lnTo>
              <a:lnTo>
                <a:pt x="0" y="1133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4A0DB-2A56-42B6-8AD8-DCCE55415E57}">
      <dsp:nvSpPr>
        <dsp:cNvPr id="0" name=""/>
        <dsp:cNvSpPr/>
      </dsp:nvSpPr>
      <dsp:spPr>
        <a:xfrm>
          <a:off x="6132683" y="1471543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P.BANK &amp; TRAVEL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HARISH OBEROI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VP-BUSINESS HEAD</a:t>
          </a:r>
        </a:p>
      </dsp:txBody>
      <dsp:txXfrm>
        <a:off x="6132683" y="1471543"/>
        <a:ext cx="978544" cy="489272"/>
      </dsp:txXfrm>
    </dsp:sp>
    <dsp:sp modelId="{DB957F9F-72B0-4F7D-B792-24D2768D5AE6}">
      <dsp:nvSpPr>
        <dsp:cNvPr id="0" name=""/>
        <dsp:cNvSpPr/>
      </dsp:nvSpPr>
      <dsp:spPr>
        <a:xfrm>
          <a:off x="1385035" y="3094548"/>
          <a:ext cx="1829017" cy="4987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OPS HEAD/NEW BUSINESS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AVISHANK MISHRA –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SR. MANAGER </a:t>
          </a:r>
        </a:p>
      </dsp:txBody>
      <dsp:txXfrm>
        <a:off x="1385035" y="3094548"/>
        <a:ext cx="1829017" cy="498774"/>
      </dsp:txXfrm>
    </dsp:sp>
    <dsp:sp modelId="{834D94E4-6919-4D2B-A579-9A10D59187A4}">
      <dsp:nvSpPr>
        <dsp:cNvPr id="0" name=""/>
        <dsp:cNvSpPr/>
      </dsp:nvSpPr>
      <dsp:spPr>
        <a:xfrm>
          <a:off x="11539" y="3798816"/>
          <a:ext cx="1023890" cy="659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Payment-VLE/Vendor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Abdul Karim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 Mgr.</a:t>
          </a:r>
        </a:p>
      </dsp:txBody>
      <dsp:txXfrm>
        <a:off x="11539" y="3798816"/>
        <a:ext cx="1023890" cy="659402"/>
      </dsp:txXfrm>
    </dsp:sp>
    <dsp:sp modelId="{90D3825F-C031-42BC-88B6-F885271C2F15}">
      <dsp:nvSpPr>
        <dsp:cNvPr id="0" name=""/>
        <dsp:cNvSpPr/>
      </dsp:nvSpPr>
      <dsp:spPr>
        <a:xfrm>
          <a:off x="267512" y="4663713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Shiv Kumar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Executive</a:t>
          </a:r>
        </a:p>
      </dsp:txBody>
      <dsp:txXfrm>
        <a:off x="267512" y="4663713"/>
        <a:ext cx="978544" cy="489272"/>
      </dsp:txXfrm>
    </dsp:sp>
    <dsp:sp modelId="{9318AD48-C857-442C-A98D-46457B476A31}">
      <dsp:nvSpPr>
        <dsp:cNvPr id="0" name=""/>
        <dsp:cNvSpPr/>
      </dsp:nvSpPr>
      <dsp:spPr>
        <a:xfrm>
          <a:off x="1240924" y="3798816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BC/BF </a:t>
          </a:r>
          <a:r>
            <a:rPr lang="en-IN" sz="800" b="1" kern="1200" dirty="0" err="1"/>
            <a:t>Mgmt</a:t>
          </a:r>
          <a:endParaRPr lang="en-IN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SHIVANG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MGR.</a:t>
          </a:r>
        </a:p>
      </dsp:txBody>
      <dsp:txXfrm>
        <a:off x="1240924" y="3798816"/>
        <a:ext cx="978544" cy="489272"/>
      </dsp:txXfrm>
    </dsp:sp>
    <dsp:sp modelId="{28A2D974-9872-452F-91BA-AAAD376AB498}">
      <dsp:nvSpPr>
        <dsp:cNvPr id="0" name=""/>
        <dsp:cNvSpPr/>
      </dsp:nvSpPr>
      <dsp:spPr>
        <a:xfrm>
          <a:off x="1485561" y="4493583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Gaurav Sharma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Sr. Exe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(TECH/OPS)</a:t>
          </a:r>
        </a:p>
      </dsp:txBody>
      <dsp:txXfrm>
        <a:off x="1485561" y="4493583"/>
        <a:ext cx="978544" cy="489272"/>
      </dsp:txXfrm>
    </dsp:sp>
    <dsp:sp modelId="{8077F461-E77E-40EB-BF2D-E691FE2AF6DD}">
      <dsp:nvSpPr>
        <dsp:cNvPr id="0" name=""/>
        <dsp:cNvSpPr/>
      </dsp:nvSpPr>
      <dsp:spPr>
        <a:xfrm>
          <a:off x="2424964" y="3798816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MIS MGMT.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Abhishek Singh Negi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Sr. Exe.</a:t>
          </a:r>
        </a:p>
      </dsp:txBody>
      <dsp:txXfrm>
        <a:off x="2424964" y="3798816"/>
        <a:ext cx="978544" cy="489272"/>
      </dsp:txXfrm>
    </dsp:sp>
    <dsp:sp modelId="{C8BBC977-2B70-44E9-BFE7-24CABEF73DE9}">
      <dsp:nvSpPr>
        <dsp:cNvPr id="0" name=""/>
        <dsp:cNvSpPr/>
      </dsp:nvSpPr>
      <dsp:spPr>
        <a:xfrm>
          <a:off x="2669600" y="4493583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NAVEEN CHANDRA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Sr. Exe.</a:t>
          </a:r>
        </a:p>
      </dsp:txBody>
      <dsp:txXfrm>
        <a:off x="2669600" y="4493583"/>
        <a:ext cx="978544" cy="489272"/>
      </dsp:txXfrm>
    </dsp:sp>
    <dsp:sp modelId="{8D07C1E6-E78B-434F-ACF5-3C1A06BFE164}">
      <dsp:nvSpPr>
        <dsp:cNvPr id="0" name=""/>
        <dsp:cNvSpPr/>
      </dsp:nvSpPr>
      <dsp:spPr>
        <a:xfrm>
          <a:off x="3609003" y="3798816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Marketing/Ops Job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Nidhi Pal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Asst. </a:t>
          </a:r>
          <a:r>
            <a:rPr lang="en-IN" sz="800" b="1" kern="1200" dirty="0" err="1"/>
            <a:t>Mgr</a:t>
          </a:r>
          <a:endParaRPr lang="en-IN" sz="800" kern="1200" dirty="0"/>
        </a:p>
      </dsp:txBody>
      <dsp:txXfrm>
        <a:off x="3609003" y="3798816"/>
        <a:ext cx="978544" cy="489272"/>
      </dsp:txXfrm>
    </dsp:sp>
    <dsp:sp modelId="{1F45E52C-0140-406C-984D-0E7631F7D6A5}">
      <dsp:nvSpPr>
        <dsp:cNvPr id="0" name=""/>
        <dsp:cNvSpPr/>
      </dsp:nvSpPr>
      <dsp:spPr>
        <a:xfrm>
          <a:off x="4548406" y="3094548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u="sng" kern="1200" dirty="0" err="1"/>
            <a:t>Fastag</a:t>
          </a:r>
          <a:r>
            <a:rPr lang="en-IN" sz="800" b="1" u="sng" kern="1200" dirty="0"/>
            <a:t> &amp; CIBIL</a:t>
          </a:r>
          <a:endParaRPr lang="en-IN" sz="800" b="1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Raghav Mishra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Asst. Mgr.</a:t>
          </a:r>
        </a:p>
      </dsp:txBody>
      <dsp:txXfrm>
        <a:off x="4548406" y="3094548"/>
        <a:ext cx="978544" cy="489272"/>
      </dsp:txXfrm>
    </dsp:sp>
    <dsp:sp modelId="{ED8F6956-ED74-47A5-B6E2-7FEF40990842}">
      <dsp:nvSpPr>
        <dsp:cNvPr id="0" name=""/>
        <dsp:cNvSpPr/>
      </dsp:nvSpPr>
      <dsp:spPr>
        <a:xfrm>
          <a:off x="4793042" y="3789314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u="sng" kern="1200" dirty="0" err="1"/>
            <a:t>Fastag</a:t>
          </a:r>
          <a:endParaRPr lang="en-IN" sz="800" b="1" u="sng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VIPIN KUMAR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Executive</a:t>
          </a:r>
        </a:p>
      </dsp:txBody>
      <dsp:txXfrm>
        <a:off x="4793042" y="3789314"/>
        <a:ext cx="978544" cy="489272"/>
      </dsp:txXfrm>
    </dsp:sp>
    <dsp:sp modelId="{A055EAF6-1DC1-4AC5-B5F4-1ABEB00B1A72}">
      <dsp:nvSpPr>
        <dsp:cNvPr id="0" name=""/>
        <dsp:cNvSpPr/>
      </dsp:nvSpPr>
      <dsp:spPr>
        <a:xfrm>
          <a:off x="4793042" y="4484081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u="sng" kern="1200" dirty="0" err="1"/>
            <a:t>Fastag</a:t>
          </a:r>
          <a:endParaRPr lang="en-IN" sz="800" b="1" u="sng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SANDEEP KUMAR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Executive</a:t>
          </a:r>
        </a:p>
      </dsp:txBody>
      <dsp:txXfrm>
        <a:off x="4793042" y="4484081"/>
        <a:ext cx="978544" cy="489272"/>
      </dsp:txXfrm>
    </dsp:sp>
    <dsp:sp modelId="{EC0C8096-762B-46AB-9B08-966AF6EC1B2F}">
      <dsp:nvSpPr>
        <dsp:cNvPr id="0" name=""/>
        <dsp:cNvSpPr/>
      </dsp:nvSpPr>
      <dsp:spPr>
        <a:xfrm>
          <a:off x="6569102" y="3094548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SALES HEAD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NAVEEN KUMAR-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SR. MANAGER</a:t>
          </a:r>
        </a:p>
      </dsp:txBody>
      <dsp:txXfrm>
        <a:off x="6569102" y="3094548"/>
        <a:ext cx="978544" cy="489272"/>
      </dsp:txXfrm>
    </dsp:sp>
    <dsp:sp modelId="{EB42EB4F-25EB-4DB2-A289-3EBF172FD436}">
      <dsp:nvSpPr>
        <dsp:cNvPr id="0" name=""/>
        <dsp:cNvSpPr/>
      </dsp:nvSpPr>
      <dsp:spPr>
        <a:xfrm>
          <a:off x="5977082" y="3789314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Ashish Tagra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Manager</a:t>
          </a:r>
        </a:p>
      </dsp:txBody>
      <dsp:txXfrm>
        <a:off x="5977082" y="3789314"/>
        <a:ext cx="978544" cy="489272"/>
      </dsp:txXfrm>
    </dsp:sp>
    <dsp:sp modelId="{9B17B85B-C908-4B59-BD88-B7407A7815DF}">
      <dsp:nvSpPr>
        <dsp:cNvPr id="0" name=""/>
        <dsp:cNvSpPr/>
      </dsp:nvSpPr>
      <dsp:spPr>
        <a:xfrm>
          <a:off x="6221718" y="4484081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i="0" kern="1200" dirty="0"/>
            <a:t>Kamlesh Singh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Asst. Mgr.</a:t>
          </a:r>
        </a:p>
      </dsp:txBody>
      <dsp:txXfrm>
        <a:off x="6221718" y="4484081"/>
        <a:ext cx="978544" cy="489272"/>
      </dsp:txXfrm>
    </dsp:sp>
    <dsp:sp modelId="{ACD9BF76-3F26-4EF5-ADFC-355EDCDAA128}">
      <dsp:nvSpPr>
        <dsp:cNvPr id="0" name=""/>
        <dsp:cNvSpPr/>
      </dsp:nvSpPr>
      <dsp:spPr>
        <a:xfrm>
          <a:off x="7161121" y="3789314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i="0" kern="1200" dirty="0"/>
            <a:t>Raj Kumar Pathak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Manager</a:t>
          </a:r>
        </a:p>
      </dsp:txBody>
      <dsp:txXfrm>
        <a:off x="7161121" y="3789314"/>
        <a:ext cx="978544" cy="489272"/>
      </dsp:txXfrm>
    </dsp:sp>
    <dsp:sp modelId="{F6DDDFB0-9390-478F-B781-7D76F58C6079}">
      <dsp:nvSpPr>
        <dsp:cNvPr id="0" name=""/>
        <dsp:cNvSpPr/>
      </dsp:nvSpPr>
      <dsp:spPr>
        <a:xfrm>
          <a:off x="7405757" y="4484081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i="0" kern="1200" dirty="0"/>
            <a:t>Kamlesh Singh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Asst. Mgr.</a:t>
          </a:r>
        </a:p>
      </dsp:txBody>
      <dsp:txXfrm>
        <a:off x="7405757" y="4484081"/>
        <a:ext cx="978544" cy="489272"/>
      </dsp:txXfrm>
    </dsp:sp>
    <dsp:sp modelId="{37FA2B19-4C85-4EA1-8E4E-9A293D973515}">
      <dsp:nvSpPr>
        <dsp:cNvPr id="0" name=""/>
        <dsp:cNvSpPr/>
      </dsp:nvSpPr>
      <dsp:spPr>
        <a:xfrm>
          <a:off x="7753141" y="3094548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PRODUCT MGR.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Anupam Singh</a:t>
          </a:r>
        </a:p>
      </dsp:txBody>
      <dsp:txXfrm>
        <a:off x="7753141" y="3094548"/>
        <a:ext cx="978544" cy="489272"/>
      </dsp:txXfrm>
    </dsp:sp>
    <dsp:sp modelId="{61867E92-E8F2-4D12-9C18-0E9E2A9630DE}">
      <dsp:nvSpPr>
        <dsp:cNvPr id="0" name=""/>
        <dsp:cNvSpPr/>
      </dsp:nvSpPr>
      <dsp:spPr>
        <a:xfrm>
          <a:off x="9709932" y="3094548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TRAVEL Head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Aakash Kumar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SR. MGR.</a:t>
          </a:r>
        </a:p>
      </dsp:txBody>
      <dsp:txXfrm>
        <a:off x="9709932" y="3094548"/>
        <a:ext cx="978544" cy="489272"/>
      </dsp:txXfrm>
    </dsp:sp>
    <dsp:sp modelId="{7D6DA3B7-65F5-403B-AF93-E02B41C9ECF8}">
      <dsp:nvSpPr>
        <dsp:cNvPr id="0" name=""/>
        <dsp:cNvSpPr/>
      </dsp:nvSpPr>
      <dsp:spPr>
        <a:xfrm>
          <a:off x="8345161" y="3789314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IRCTC-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 WASIF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MANAGER</a:t>
          </a:r>
        </a:p>
      </dsp:txBody>
      <dsp:txXfrm>
        <a:off x="8345161" y="3789314"/>
        <a:ext cx="978544" cy="489272"/>
      </dsp:txXfrm>
    </dsp:sp>
    <dsp:sp modelId="{3C6D6224-4FAC-4451-85E5-A7E2A098EFBB}">
      <dsp:nvSpPr>
        <dsp:cNvPr id="0" name=""/>
        <dsp:cNvSpPr/>
      </dsp:nvSpPr>
      <dsp:spPr>
        <a:xfrm>
          <a:off x="8598525" y="4484081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800" b="1" kern="1200" dirty="0">
              <a:solidFill>
                <a:schemeClr val="bg1"/>
              </a:solidFill>
            </a:rPr>
            <a:t>IRCTC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800" b="1" kern="1200" dirty="0">
              <a:solidFill>
                <a:schemeClr val="bg1"/>
              </a:solidFill>
            </a:rPr>
            <a:t>POOJA CHAUHAN 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>
              <a:solidFill>
                <a:schemeClr val="bg1"/>
              </a:solidFill>
            </a:rPr>
            <a:t>SR. EXE</a:t>
          </a:r>
        </a:p>
      </dsp:txBody>
      <dsp:txXfrm>
        <a:off x="8598525" y="4484081"/>
        <a:ext cx="978544" cy="489272"/>
      </dsp:txXfrm>
    </dsp:sp>
    <dsp:sp modelId="{D5D727B1-0A8B-43CE-AEBD-5A2F19515012}">
      <dsp:nvSpPr>
        <dsp:cNvPr id="0" name=""/>
        <dsp:cNvSpPr/>
      </dsp:nvSpPr>
      <dsp:spPr>
        <a:xfrm>
          <a:off x="9529200" y="3789314"/>
          <a:ext cx="1183442" cy="6653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New Business/Air/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i="0" kern="1200" dirty="0"/>
            <a:t>Vikrant </a:t>
          </a:r>
          <a:r>
            <a:rPr lang="en-IN" sz="800" b="1" i="0" kern="1200" dirty="0" err="1"/>
            <a:t>Katewa</a:t>
          </a:r>
          <a:r>
            <a:rPr lang="en-IN" sz="800" b="1" kern="1200" dirty="0"/>
            <a:t>-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Asst. Mgr.</a:t>
          </a:r>
        </a:p>
      </dsp:txBody>
      <dsp:txXfrm>
        <a:off x="9529200" y="3789314"/>
        <a:ext cx="1183442" cy="665351"/>
      </dsp:txXfrm>
    </dsp:sp>
    <dsp:sp modelId="{858B93E0-C9BB-4504-9DAB-6EF7E7C5CA07}">
      <dsp:nvSpPr>
        <dsp:cNvPr id="0" name=""/>
        <dsp:cNvSpPr/>
      </dsp:nvSpPr>
      <dsp:spPr>
        <a:xfrm>
          <a:off x="9825061" y="4660161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FLIGHT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BABY RAI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 MGR</a:t>
          </a:r>
        </a:p>
      </dsp:txBody>
      <dsp:txXfrm>
        <a:off x="9825061" y="4660161"/>
        <a:ext cx="978544" cy="489272"/>
      </dsp:txXfrm>
    </dsp:sp>
    <dsp:sp modelId="{A6F97FC0-F446-4132-88D8-5393FB4DC051}">
      <dsp:nvSpPr>
        <dsp:cNvPr id="0" name=""/>
        <dsp:cNvSpPr/>
      </dsp:nvSpPr>
      <dsp:spPr>
        <a:xfrm>
          <a:off x="10918137" y="3789314"/>
          <a:ext cx="1135112" cy="644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BUS/SRTC/HOTEL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SACHIN KUMAR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Asst. Mgr.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b="1" kern="1200" dirty="0"/>
        </a:p>
      </dsp:txBody>
      <dsp:txXfrm>
        <a:off x="10918137" y="3789314"/>
        <a:ext cx="1135112" cy="644914"/>
      </dsp:txXfrm>
    </dsp:sp>
    <dsp:sp modelId="{C625A1EE-8DFD-40DD-B107-D665AD2BF564}">
      <dsp:nvSpPr>
        <dsp:cNvPr id="0" name=""/>
        <dsp:cNvSpPr/>
      </dsp:nvSpPr>
      <dsp:spPr>
        <a:xfrm>
          <a:off x="11201915" y="4639724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BUS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RAHUL Kumar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Executive</a:t>
          </a:r>
          <a:endParaRPr lang="en-IN" sz="900" kern="1200" dirty="0"/>
        </a:p>
      </dsp:txBody>
      <dsp:txXfrm>
        <a:off x="11201915" y="4639724"/>
        <a:ext cx="978544" cy="489272"/>
      </dsp:txXfrm>
    </dsp:sp>
    <dsp:sp modelId="{91936BE8-8AC7-49BC-9354-2FF54B0FB317}">
      <dsp:nvSpPr>
        <dsp:cNvPr id="0" name=""/>
        <dsp:cNvSpPr/>
      </dsp:nvSpPr>
      <dsp:spPr>
        <a:xfrm>
          <a:off x="10893972" y="3094548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REPORTEE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DEEPAK KUMAR-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ASST. MGRMIS &amp; MGMT</a:t>
          </a:r>
          <a:endParaRPr lang="en-IN" sz="800" kern="1200" dirty="0"/>
        </a:p>
      </dsp:txBody>
      <dsp:txXfrm>
        <a:off x="10893972" y="3094548"/>
        <a:ext cx="978544" cy="489272"/>
      </dsp:txXfrm>
    </dsp:sp>
    <dsp:sp modelId="{48B4E166-97B0-4489-B517-F46B52097BB6}">
      <dsp:nvSpPr>
        <dsp:cNvPr id="0" name=""/>
        <dsp:cNvSpPr/>
      </dsp:nvSpPr>
      <dsp:spPr>
        <a:xfrm>
          <a:off x="5482205" y="2228354"/>
          <a:ext cx="978544" cy="489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1" kern="1200" dirty="0"/>
            <a:t>2 IC- TO BE JOIN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b="1" kern="1200" dirty="0"/>
        </a:p>
      </dsp:txBody>
      <dsp:txXfrm>
        <a:off x="5482205" y="2228354"/>
        <a:ext cx="978544" cy="4892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C2AB6-853A-4F37-A0CD-B39D1A4FFEB2}">
      <dsp:nvSpPr>
        <dsp:cNvPr id="0" name=""/>
        <dsp:cNvSpPr/>
      </dsp:nvSpPr>
      <dsp:spPr>
        <a:xfrm>
          <a:off x="6900560" y="1485796"/>
          <a:ext cx="134771" cy="960421"/>
        </a:xfrm>
        <a:custGeom>
          <a:avLst/>
          <a:gdLst/>
          <a:ahLst/>
          <a:cxnLst/>
          <a:rect l="0" t="0" r="0" b="0"/>
          <a:pathLst>
            <a:path>
              <a:moveTo>
                <a:pt x="134771" y="0"/>
              </a:moveTo>
              <a:lnTo>
                <a:pt x="134771" y="960421"/>
              </a:lnTo>
              <a:lnTo>
                <a:pt x="0" y="9604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9F99CE-15BC-4CFE-AFDF-BDF0B9398A03}">
      <dsp:nvSpPr>
        <dsp:cNvPr id="0" name=""/>
        <dsp:cNvSpPr/>
      </dsp:nvSpPr>
      <dsp:spPr>
        <a:xfrm>
          <a:off x="7035331" y="1485796"/>
          <a:ext cx="4467068" cy="1592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8475"/>
              </a:lnTo>
              <a:lnTo>
                <a:pt x="4467068" y="1448475"/>
              </a:lnTo>
              <a:lnTo>
                <a:pt x="4467068" y="15928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7E20B-0762-49B7-BFF5-2227209EEFB0}">
      <dsp:nvSpPr>
        <dsp:cNvPr id="0" name=""/>
        <dsp:cNvSpPr/>
      </dsp:nvSpPr>
      <dsp:spPr>
        <a:xfrm>
          <a:off x="10120726" y="4742133"/>
          <a:ext cx="206219" cy="63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2407"/>
              </a:lnTo>
              <a:lnTo>
                <a:pt x="206219" y="6324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B410CA-9DE8-4C5A-892D-FF4E8B3D3808}">
      <dsp:nvSpPr>
        <dsp:cNvPr id="0" name=""/>
        <dsp:cNvSpPr/>
      </dsp:nvSpPr>
      <dsp:spPr>
        <a:xfrm>
          <a:off x="9838892" y="3766025"/>
          <a:ext cx="831753" cy="288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53"/>
              </a:lnTo>
              <a:lnTo>
                <a:pt x="831753" y="144353"/>
              </a:lnTo>
              <a:lnTo>
                <a:pt x="831753" y="288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E30279-AF0B-4376-8C83-AD67E04B1AA4}">
      <dsp:nvSpPr>
        <dsp:cNvPr id="0" name=""/>
        <dsp:cNvSpPr/>
      </dsp:nvSpPr>
      <dsp:spPr>
        <a:xfrm>
          <a:off x="8457218" y="4742133"/>
          <a:ext cx="206219" cy="63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2407"/>
              </a:lnTo>
              <a:lnTo>
                <a:pt x="206219" y="6324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8DC933-648D-4AF3-BA49-AB8A657747C9}">
      <dsp:nvSpPr>
        <dsp:cNvPr id="0" name=""/>
        <dsp:cNvSpPr/>
      </dsp:nvSpPr>
      <dsp:spPr>
        <a:xfrm>
          <a:off x="9007138" y="3766025"/>
          <a:ext cx="831753" cy="288707"/>
        </a:xfrm>
        <a:custGeom>
          <a:avLst/>
          <a:gdLst/>
          <a:ahLst/>
          <a:cxnLst/>
          <a:rect l="0" t="0" r="0" b="0"/>
          <a:pathLst>
            <a:path>
              <a:moveTo>
                <a:pt x="831753" y="0"/>
              </a:moveTo>
              <a:lnTo>
                <a:pt x="831753" y="144353"/>
              </a:lnTo>
              <a:lnTo>
                <a:pt x="0" y="144353"/>
              </a:lnTo>
              <a:lnTo>
                <a:pt x="0" y="288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C13BFD-045F-47B5-B5CF-891FD15DDE3F}">
      <dsp:nvSpPr>
        <dsp:cNvPr id="0" name=""/>
        <dsp:cNvSpPr/>
      </dsp:nvSpPr>
      <dsp:spPr>
        <a:xfrm>
          <a:off x="7035331" y="1485796"/>
          <a:ext cx="2803560" cy="1592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8475"/>
              </a:lnTo>
              <a:lnTo>
                <a:pt x="2803560" y="1448475"/>
              </a:lnTo>
              <a:lnTo>
                <a:pt x="2803560" y="15928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CF27C6-D6CC-4F0D-8F5E-1ABE59A47E33}">
      <dsp:nvSpPr>
        <dsp:cNvPr id="0" name=""/>
        <dsp:cNvSpPr/>
      </dsp:nvSpPr>
      <dsp:spPr>
        <a:xfrm>
          <a:off x="6450010" y="3766025"/>
          <a:ext cx="206219" cy="16085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8515"/>
              </a:lnTo>
              <a:lnTo>
                <a:pt x="206219" y="16085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5515C9-0A94-43C1-BC86-1CDFCFB392CC}">
      <dsp:nvSpPr>
        <dsp:cNvPr id="0" name=""/>
        <dsp:cNvSpPr/>
      </dsp:nvSpPr>
      <dsp:spPr>
        <a:xfrm>
          <a:off x="6450010" y="3766025"/>
          <a:ext cx="206219" cy="63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2407"/>
              </a:lnTo>
              <a:lnTo>
                <a:pt x="206219" y="6324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286D5F-50A2-4D63-A1AF-9D84944D0C9F}">
      <dsp:nvSpPr>
        <dsp:cNvPr id="0" name=""/>
        <dsp:cNvSpPr/>
      </dsp:nvSpPr>
      <dsp:spPr>
        <a:xfrm>
          <a:off x="6954210" y="1485796"/>
          <a:ext cx="91440" cy="1592829"/>
        </a:xfrm>
        <a:custGeom>
          <a:avLst/>
          <a:gdLst/>
          <a:ahLst/>
          <a:cxnLst/>
          <a:rect l="0" t="0" r="0" b="0"/>
          <a:pathLst>
            <a:path>
              <a:moveTo>
                <a:pt x="81121" y="0"/>
              </a:moveTo>
              <a:lnTo>
                <a:pt x="81121" y="1448475"/>
              </a:lnTo>
              <a:lnTo>
                <a:pt x="45720" y="1448475"/>
              </a:lnTo>
              <a:lnTo>
                <a:pt x="45720" y="15928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593B1-047D-42D6-AA15-FDB36F3269D6}">
      <dsp:nvSpPr>
        <dsp:cNvPr id="0" name=""/>
        <dsp:cNvSpPr/>
      </dsp:nvSpPr>
      <dsp:spPr>
        <a:xfrm>
          <a:off x="3184861" y="3779374"/>
          <a:ext cx="2495261" cy="288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53"/>
              </a:lnTo>
              <a:lnTo>
                <a:pt x="2495261" y="144353"/>
              </a:lnTo>
              <a:lnTo>
                <a:pt x="2495261" y="288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9E2ED3-0744-4348-A092-BFC1E7B14785}">
      <dsp:nvSpPr>
        <dsp:cNvPr id="0" name=""/>
        <dsp:cNvSpPr/>
      </dsp:nvSpPr>
      <dsp:spPr>
        <a:xfrm>
          <a:off x="3466695" y="4755482"/>
          <a:ext cx="206219" cy="63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2407"/>
              </a:lnTo>
              <a:lnTo>
                <a:pt x="206219" y="6324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511E70-664B-4F89-9599-7AB6B80F75D5}">
      <dsp:nvSpPr>
        <dsp:cNvPr id="0" name=""/>
        <dsp:cNvSpPr/>
      </dsp:nvSpPr>
      <dsp:spPr>
        <a:xfrm>
          <a:off x="3184861" y="3779374"/>
          <a:ext cx="831753" cy="288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53"/>
              </a:lnTo>
              <a:lnTo>
                <a:pt x="831753" y="144353"/>
              </a:lnTo>
              <a:lnTo>
                <a:pt x="831753" y="288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263EA-8DE3-4199-B212-322A2CA8B236}">
      <dsp:nvSpPr>
        <dsp:cNvPr id="0" name=""/>
        <dsp:cNvSpPr/>
      </dsp:nvSpPr>
      <dsp:spPr>
        <a:xfrm>
          <a:off x="1803187" y="4755482"/>
          <a:ext cx="206219" cy="63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2407"/>
              </a:lnTo>
              <a:lnTo>
                <a:pt x="206219" y="6324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F3C22-78F8-4A0B-AC09-1668B93FA539}">
      <dsp:nvSpPr>
        <dsp:cNvPr id="0" name=""/>
        <dsp:cNvSpPr/>
      </dsp:nvSpPr>
      <dsp:spPr>
        <a:xfrm>
          <a:off x="2353107" y="3779374"/>
          <a:ext cx="831753" cy="288707"/>
        </a:xfrm>
        <a:custGeom>
          <a:avLst/>
          <a:gdLst/>
          <a:ahLst/>
          <a:cxnLst/>
          <a:rect l="0" t="0" r="0" b="0"/>
          <a:pathLst>
            <a:path>
              <a:moveTo>
                <a:pt x="831753" y="0"/>
              </a:moveTo>
              <a:lnTo>
                <a:pt x="831753" y="144353"/>
              </a:lnTo>
              <a:lnTo>
                <a:pt x="0" y="144353"/>
              </a:lnTo>
              <a:lnTo>
                <a:pt x="0" y="288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53A4FA-777A-46EA-869B-473368D42AD1}">
      <dsp:nvSpPr>
        <dsp:cNvPr id="0" name=""/>
        <dsp:cNvSpPr/>
      </dsp:nvSpPr>
      <dsp:spPr>
        <a:xfrm>
          <a:off x="139679" y="4755482"/>
          <a:ext cx="206219" cy="63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2407"/>
              </a:lnTo>
              <a:lnTo>
                <a:pt x="206219" y="6324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8D823-7E4A-421B-AE0A-F5424C7FFC39}">
      <dsp:nvSpPr>
        <dsp:cNvPr id="0" name=""/>
        <dsp:cNvSpPr/>
      </dsp:nvSpPr>
      <dsp:spPr>
        <a:xfrm>
          <a:off x="689599" y="3779374"/>
          <a:ext cx="2495261" cy="288707"/>
        </a:xfrm>
        <a:custGeom>
          <a:avLst/>
          <a:gdLst/>
          <a:ahLst/>
          <a:cxnLst/>
          <a:rect l="0" t="0" r="0" b="0"/>
          <a:pathLst>
            <a:path>
              <a:moveTo>
                <a:pt x="2495261" y="0"/>
              </a:moveTo>
              <a:lnTo>
                <a:pt x="2495261" y="144353"/>
              </a:lnTo>
              <a:lnTo>
                <a:pt x="0" y="144353"/>
              </a:lnTo>
              <a:lnTo>
                <a:pt x="0" y="288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BD1A2-0817-4CE7-9C53-40F9089D22E0}">
      <dsp:nvSpPr>
        <dsp:cNvPr id="0" name=""/>
        <dsp:cNvSpPr/>
      </dsp:nvSpPr>
      <dsp:spPr>
        <a:xfrm>
          <a:off x="3184861" y="1485796"/>
          <a:ext cx="3850470" cy="1592829"/>
        </a:xfrm>
        <a:custGeom>
          <a:avLst/>
          <a:gdLst/>
          <a:ahLst/>
          <a:cxnLst/>
          <a:rect l="0" t="0" r="0" b="0"/>
          <a:pathLst>
            <a:path>
              <a:moveTo>
                <a:pt x="3850470" y="0"/>
              </a:moveTo>
              <a:lnTo>
                <a:pt x="3850470" y="1448475"/>
              </a:lnTo>
              <a:lnTo>
                <a:pt x="0" y="1448475"/>
              </a:lnTo>
              <a:lnTo>
                <a:pt x="0" y="15928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4A0DB-2A56-42B6-8AD8-DCCE55415E57}">
      <dsp:nvSpPr>
        <dsp:cNvPr id="0" name=""/>
        <dsp:cNvSpPr/>
      </dsp:nvSpPr>
      <dsp:spPr>
        <a:xfrm>
          <a:off x="6347932" y="798396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P.BANK &amp; TRAVEL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HARISH OBEROI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VP-BUSINESS HEAD</a:t>
          </a:r>
        </a:p>
      </dsp:txBody>
      <dsp:txXfrm>
        <a:off x="6347932" y="798396"/>
        <a:ext cx="1374799" cy="687399"/>
      </dsp:txXfrm>
    </dsp:sp>
    <dsp:sp modelId="{DB957F9F-72B0-4F7D-B792-24D2768D5AE6}">
      <dsp:nvSpPr>
        <dsp:cNvPr id="0" name=""/>
        <dsp:cNvSpPr/>
      </dsp:nvSpPr>
      <dsp:spPr>
        <a:xfrm>
          <a:off x="1900028" y="3078625"/>
          <a:ext cx="2569665" cy="7007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OPS HEAD/NEW BUSINESS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AVISHANK MISHRA –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SR. MANAGER </a:t>
          </a:r>
        </a:p>
      </dsp:txBody>
      <dsp:txXfrm>
        <a:off x="1900028" y="3078625"/>
        <a:ext cx="2569665" cy="700749"/>
      </dsp:txXfrm>
    </dsp:sp>
    <dsp:sp modelId="{834D94E4-6919-4D2B-A579-9A10D59187A4}">
      <dsp:nvSpPr>
        <dsp:cNvPr id="0" name=""/>
        <dsp:cNvSpPr/>
      </dsp:nvSpPr>
      <dsp:spPr>
        <a:xfrm>
          <a:off x="2199" y="4068082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Payment-VLE/Vendor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Abdul Karim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Asst Mgr.</a:t>
          </a:r>
        </a:p>
      </dsp:txBody>
      <dsp:txXfrm>
        <a:off x="2199" y="4068082"/>
        <a:ext cx="1374799" cy="687399"/>
      </dsp:txXfrm>
    </dsp:sp>
    <dsp:sp modelId="{90D3825F-C031-42BC-88B6-F885271C2F15}">
      <dsp:nvSpPr>
        <dsp:cNvPr id="0" name=""/>
        <dsp:cNvSpPr/>
      </dsp:nvSpPr>
      <dsp:spPr>
        <a:xfrm>
          <a:off x="345899" y="5044190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Shiv Kumar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Executive</a:t>
          </a:r>
        </a:p>
      </dsp:txBody>
      <dsp:txXfrm>
        <a:off x="345899" y="5044190"/>
        <a:ext cx="1374799" cy="687399"/>
      </dsp:txXfrm>
    </dsp:sp>
    <dsp:sp modelId="{9318AD48-C857-442C-A98D-46457B476A31}">
      <dsp:nvSpPr>
        <dsp:cNvPr id="0" name=""/>
        <dsp:cNvSpPr/>
      </dsp:nvSpPr>
      <dsp:spPr>
        <a:xfrm>
          <a:off x="1665707" y="4068082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BC/BF </a:t>
          </a:r>
          <a:r>
            <a:rPr lang="en-IN" sz="900" b="1" kern="1200" dirty="0" err="1"/>
            <a:t>Mgmt</a:t>
          </a:r>
          <a:endParaRPr lang="en-IN" sz="900" b="1" kern="1200" dirty="0"/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SHIVANG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MGR.</a:t>
          </a:r>
        </a:p>
      </dsp:txBody>
      <dsp:txXfrm>
        <a:off x="1665707" y="4068082"/>
        <a:ext cx="1374799" cy="687399"/>
      </dsp:txXfrm>
    </dsp:sp>
    <dsp:sp modelId="{28A2D974-9872-452F-91BA-AAAD376AB498}">
      <dsp:nvSpPr>
        <dsp:cNvPr id="0" name=""/>
        <dsp:cNvSpPr/>
      </dsp:nvSpPr>
      <dsp:spPr>
        <a:xfrm>
          <a:off x="2009407" y="5044190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Gaurav Sharma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Sr. Exe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(TECH/OPS)</a:t>
          </a:r>
        </a:p>
      </dsp:txBody>
      <dsp:txXfrm>
        <a:off x="2009407" y="5044190"/>
        <a:ext cx="1374799" cy="687399"/>
      </dsp:txXfrm>
    </dsp:sp>
    <dsp:sp modelId="{8077F461-E77E-40EB-BF2D-E691FE2AF6DD}">
      <dsp:nvSpPr>
        <dsp:cNvPr id="0" name=""/>
        <dsp:cNvSpPr/>
      </dsp:nvSpPr>
      <dsp:spPr>
        <a:xfrm>
          <a:off x="3329215" y="4068082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MIS MGMT.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Abhishek Singh Negi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Sr. Exe.</a:t>
          </a:r>
        </a:p>
      </dsp:txBody>
      <dsp:txXfrm>
        <a:off x="3329215" y="4068082"/>
        <a:ext cx="1374799" cy="687399"/>
      </dsp:txXfrm>
    </dsp:sp>
    <dsp:sp modelId="{C8BBC977-2B70-44E9-BFE7-24CABEF73DE9}">
      <dsp:nvSpPr>
        <dsp:cNvPr id="0" name=""/>
        <dsp:cNvSpPr/>
      </dsp:nvSpPr>
      <dsp:spPr>
        <a:xfrm>
          <a:off x="3672915" y="5044190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NAVEEN CHANDRA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Sr. Exe.</a:t>
          </a:r>
        </a:p>
      </dsp:txBody>
      <dsp:txXfrm>
        <a:off x="3672915" y="5044190"/>
        <a:ext cx="1374799" cy="687399"/>
      </dsp:txXfrm>
    </dsp:sp>
    <dsp:sp modelId="{8D07C1E6-E78B-434F-ACF5-3C1A06BFE164}">
      <dsp:nvSpPr>
        <dsp:cNvPr id="0" name=""/>
        <dsp:cNvSpPr/>
      </dsp:nvSpPr>
      <dsp:spPr>
        <a:xfrm>
          <a:off x="4992723" y="4068082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Marketing/Ops Job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Nidhi Pal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Asst. </a:t>
          </a:r>
          <a:r>
            <a:rPr lang="en-IN" sz="1200" b="1" kern="1200" dirty="0" err="1"/>
            <a:t>Mgr</a:t>
          </a:r>
          <a:endParaRPr lang="en-IN" sz="1200" kern="1200" dirty="0"/>
        </a:p>
      </dsp:txBody>
      <dsp:txXfrm>
        <a:off x="4992723" y="4068082"/>
        <a:ext cx="1374799" cy="687399"/>
      </dsp:txXfrm>
    </dsp:sp>
    <dsp:sp modelId="{1F45E52C-0140-406C-984D-0E7631F7D6A5}">
      <dsp:nvSpPr>
        <dsp:cNvPr id="0" name=""/>
        <dsp:cNvSpPr/>
      </dsp:nvSpPr>
      <dsp:spPr>
        <a:xfrm>
          <a:off x="6312530" y="3078625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u="sng" kern="1200" dirty="0" err="1"/>
            <a:t>Fastag</a:t>
          </a:r>
          <a:r>
            <a:rPr lang="en-IN" sz="900" b="1" u="sng" kern="1200" dirty="0"/>
            <a:t> &amp; CIBIL</a:t>
          </a:r>
          <a:endParaRPr lang="en-IN" sz="900" b="1" kern="1200" dirty="0"/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Raghav Mishra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Asst. Mgr.</a:t>
          </a:r>
        </a:p>
      </dsp:txBody>
      <dsp:txXfrm>
        <a:off x="6312530" y="3078625"/>
        <a:ext cx="1374799" cy="687399"/>
      </dsp:txXfrm>
    </dsp:sp>
    <dsp:sp modelId="{ED8F6956-ED74-47A5-B6E2-7FEF40990842}">
      <dsp:nvSpPr>
        <dsp:cNvPr id="0" name=""/>
        <dsp:cNvSpPr/>
      </dsp:nvSpPr>
      <dsp:spPr>
        <a:xfrm>
          <a:off x="6656230" y="4054733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u="sng" kern="1200" dirty="0" err="1"/>
            <a:t>Fastag</a:t>
          </a:r>
          <a:endParaRPr lang="en-IN" sz="900" b="1" u="sng" kern="1200" dirty="0"/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VIPIN KUMAR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Executive</a:t>
          </a:r>
        </a:p>
      </dsp:txBody>
      <dsp:txXfrm>
        <a:off x="6656230" y="4054733"/>
        <a:ext cx="1374799" cy="687399"/>
      </dsp:txXfrm>
    </dsp:sp>
    <dsp:sp modelId="{A055EAF6-1DC1-4AC5-B5F4-1ABEB00B1A72}">
      <dsp:nvSpPr>
        <dsp:cNvPr id="0" name=""/>
        <dsp:cNvSpPr/>
      </dsp:nvSpPr>
      <dsp:spPr>
        <a:xfrm>
          <a:off x="6656230" y="5030841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u="sng" kern="1200" dirty="0" err="1"/>
            <a:t>Fastag</a:t>
          </a:r>
          <a:endParaRPr lang="en-IN" sz="900" b="1" u="sng" kern="1200" dirty="0"/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SANDEEP KUMAR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Executive</a:t>
          </a:r>
        </a:p>
      </dsp:txBody>
      <dsp:txXfrm>
        <a:off x="6656230" y="5030841"/>
        <a:ext cx="1374799" cy="687399"/>
      </dsp:txXfrm>
    </dsp:sp>
    <dsp:sp modelId="{EC0C8096-762B-46AB-9B08-966AF6EC1B2F}">
      <dsp:nvSpPr>
        <dsp:cNvPr id="0" name=""/>
        <dsp:cNvSpPr/>
      </dsp:nvSpPr>
      <dsp:spPr>
        <a:xfrm>
          <a:off x="9151492" y="3078625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SALES HEAD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NAVEEN KUMAR-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SR. MANAGER</a:t>
          </a:r>
        </a:p>
      </dsp:txBody>
      <dsp:txXfrm>
        <a:off x="9151492" y="3078625"/>
        <a:ext cx="1374799" cy="687399"/>
      </dsp:txXfrm>
    </dsp:sp>
    <dsp:sp modelId="{EB42EB4F-25EB-4DB2-A289-3EBF172FD436}">
      <dsp:nvSpPr>
        <dsp:cNvPr id="0" name=""/>
        <dsp:cNvSpPr/>
      </dsp:nvSpPr>
      <dsp:spPr>
        <a:xfrm>
          <a:off x="8319738" y="4054733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Ashish Tagra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Manager</a:t>
          </a:r>
        </a:p>
      </dsp:txBody>
      <dsp:txXfrm>
        <a:off x="8319738" y="4054733"/>
        <a:ext cx="1374799" cy="687399"/>
      </dsp:txXfrm>
    </dsp:sp>
    <dsp:sp modelId="{9B17B85B-C908-4B59-BD88-B7407A7815DF}">
      <dsp:nvSpPr>
        <dsp:cNvPr id="0" name=""/>
        <dsp:cNvSpPr/>
      </dsp:nvSpPr>
      <dsp:spPr>
        <a:xfrm>
          <a:off x="8663438" y="5030841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Raj Kumar Pathak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Asst. Mgr.</a:t>
          </a:r>
        </a:p>
      </dsp:txBody>
      <dsp:txXfrm>
        <a:off x="8663438" y="5030841"/>
        <a:ext cx="1374799" cy="687399"/>
      </dsp:txXfrm>
    </dsp:sp>
    <dsp:sp modelId="{ACD9BF76-3F26-4EF5-ADFC-355EDCDAA128}">
      <dsp:nvSpPr>
        <dsp:cNvPr id="0" name=""/>
        <dsp:cNvSpPr/>
      </dsp:nvSpPr>
      <dsp:spPr>
        <a:xfrm>
          <a:off x="9983246" y="4054733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Saurabh Singh</a:t>
          </a:r>
          <a:endParaRPr lang="en-IN" sz="1200" b="1" i="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Manager</a:t>
          </a:r>
        </a:p>
      </dsp:txBody>
      <dsp:txXfrm>
        <a:off x="9983246" y="4054733"/>
        <a:ext cx="1374799" cy="687399"/>
      </dsp:txXfrm>
    </dsp:sp>
    <dsp:sp modelId="{F6DDDFB0-9390-478F-B781-7D76F58C6079}">
      <dsp:nvSpPr>
        <dsp:cNvPr id="0" name=""/>
        <dsp:cNvSpPr/>
      </dsp:nvSpPr>
      <dsp:spPr>
        <a:xfrm>
          <a:off x="10326946" y="5030841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Kamlesh Singh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Asst. Mgr.</a:t>
          </a:r>
        </a:p>
      </dsp:txBody>
      <dsp:txXfrm>
        <a:off x="10326946" y="5030841"/>
        <a:ext cx="1374799" cy="687399"/>
      </dsp:txXfrm>
    </dsp:sp>
    <dsp:sp modelId="{37FA2B19-4C85-4EA1-8E4E-9A293D973515}">
      <dsp:nvSpPr>
        <dsp:cNvPr id="0" name=""/>
        <dsp:cNvSpPr/>
      </dsp:nvSpPr>
      <dsp:spPr>
        <a:xfrm>
          <a:off x="10815000" y="3078625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PRODUCT MGR.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Anupam Singh</a:t>
          </a:r>
        </a:p>
      </dsp:txBody>
      <dsp:txXfrm>
        <a:off x="10815000" y="3078625"/>
        <a:ext cx="1374799" cy="687399"/>
      </dsp:txXfrm>
    </dsp:sp>
    <dsp:sp modelId="{48B4E166-97B0-4489-B517-F46B52097BB6}">
      <dsp:nvSpPr>
        <dsp:cNvPr id="0" name=""/>
        <dsp:cNvSpPr/>
      </dsp:nvSpPr>
      <dsp:spPr>
        <a:xfrm>
          <a:off x="5525760" y="2102517"/>
          <a:ext cx="1374799" cy="6873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/>
            <a:t>2 IC- TO BE JOIN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b="1" kern="1200" dirty="0"/>
        </a:p>
      </dsp:txBody>
      <dsp:txXfrm>
        <a:off x="5525760" y="2102517"/>
        <a:ext cx="1374799" cy="687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C2AB6-853A-4F37-A0CD-B39D1A4FFEB2}">
      <dsp:nvSpPr>
        <dsp:cNvPr id="0" name=""/>
        <dsp:cNvSpPr/>
      </dsp:nvSpPr>
      <dsp:spPr>
        <a:xfrm>
          <a:off x="5110113" y="842266"/>
          <a:ext cx="277509" cy="482040"/>
        </a:xfrm>
        <a:custGeom>
          <a:avLst/>
          <a:gdLst/>
          <a:ahLst/>
          <a:cxnLst/>
          <a:rect l="0" t="0" r="0" b="0"/>
          <a:pathLst>
            <a:path>
              <a:moveTo>
                <a:pt x="277509" y="0"/>
              </a:moveTo>
              <a:lnTo>
                <a:pt x="277509" y="482040"/>
              </a:lnTo>
              <a:lnTo>
                <a:pt x="0" y="4820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F87A7-7AA9-4C4B-9CC8-894A4AEC82A7}">
      <dsp:nvSpPr>
        <dsp:cNvPr id="0" name=""/>
        <dsp:cNvSpPr/>
      </dsp:nvSpPr>
      <dsp:spPr>
        <a:xfrm>
          <a:off x="5387623" y="842266"/>
          <a:ext cx="2050025" cy="1552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5154"/>
              </a:lnTo>
              <a:lnTo>
                <a:pt x="2050025" y="1375154"/>
              </a:lnTo>
              <a:lnTo>
                <a:pt x="2050025" y="15520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92FF0F-2A55-433B-A5D7-191CD67E3DA4}">
      <dsp:nvSpPr>
        <dsp:cNvPr id="0" name=""/>
        <dsp:cNvSpPr/>
      </dsp:nvSpPr>
      <dsp:spPr>
        <a:xfrm>
          <a:off x="6832387" y="4700514"/>
          <a:ext cx="293108" cy="774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4885"/>
              </a:lnTo>
              <a:lnTo>
                <a:pt x="293108" y="7748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C073B-1D10-49C2-9843-EB1BF962A57C}">
      <dsp:nvSpPr>
        <dsp:cNvPr id="0" name=""/>
        <dsp:cNvSpPr/>
      </dsp:nvSpPr>
      <dsp:spPr>
        <a:xfrm>
          <a:off x="5399364" y="3236563"/>
          <a:ext cx="2214646" cy="353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875"/>
              </a:lnTo>
              <a:lnTo>
                <a:pt x="2214646" y="176875"/>
              </a:lnTo>
              <a:lnTo>
                <a:pt x="2214646" y="3537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C9404-7BB5-4A89-9168-AEB8985F0AEC}">
      <dsp:nvSpPr>
        <dsp:cNvPr id="0" name=""/>
        <dsp:cNvSpPr/>
      </dsp:nvSpPr>
      <dsp:spPr>
        <a:xfrm>
          <a:off x="4449698" y="4735696"/>
          <a:ext cx="305588" cy="774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4885"/>
              </a:lnTo>
              <a:lnTo>
                <a:pt x="305588" y="7748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B540E0-8ACF-4E84-AAC3-B5A53648DE3B}">
      <dsp:nvSpPr>
        <dsp:cNvPr id="0" name=""/>
        <dsp:cNvSpPr/>
      </dsp:nvSpPr>
      <dsp:spPr>
        <a:xfrm>
          <a:off x="5264601" y="3236563"/>
          <a:ext cx="134762" cy="353751"/>
        </a:xfrm>
        <a:custGeom>
          <a:avLst/>
          <a:gdLst/>
          <a:ahLst/>
          <a:cxnLst/>
          <a:rect l="0" t="0" r="0" b="0"/>
          <a:pathLst>
            <a:path>
              <a:moveTo>
                <a:pt x="134762" y="0"/>
              </a:moveTo>
              <a:lnTo>
                <a:pt x="134762" y="176875"/>
              </a:lnTo>
              <a:lnTo>
                <a:pt x="0" y="176875"/>
              </a:lnTo>
              <a:lnTo>
                <a:pt x="0" y="3537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E6F288-BF78-47D8-9A58-826A070B972D}">
      <dsp:nvSpPr>
        <dsp:cNvPr id="0" name=""/>
        <dsp:cNvSpPr/>
      </dsp:nvSpPr>
      <dsp:spPr>
        <a:xfrm>
          <a:off x="2376141" y="4432581"/>
          <a:ext cx="267705" cy="774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4885"/>
              </a:lnTo>
              <a:lnTo>
                <a:pt x="267705" y="7748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37C26-4F2C-4CE3-BF71-B970201E8A00}">
      <dsp:nvSpPr>
        <dsp:cNvPr id="0" name=""/>
        <dsp:cNvSpPr/>
      </dsp:nvSpPr>
      <dsp:spPr>
        <a:xfrm>
          <a:off x="3049955" y="3236563"/>
          <a:ext cx="2349409" cy="353751"/>
        </a:xfrm>
        <a:custGeom>
          <a:avLst/>
          <a:gdLst/>
          <a:ahLst/>
          <a:cxnLst/>
          <a:rect l="0" t="0" r="0" b="0"/>
          <a:pathLst>
            <a:path>
              <a:moveTo>
                <a:pt x="2349409" y="0"/>
              </a:moveTo>
              <a:lnTo>
                <a:pt x="2349409" y="176875"/>
              </a:lnTo>
              <a:lnTo>
                <a:pt x="0" y="176875"/>
              </a:lnTo>
              <a:lnTo>
                <a:pt x="0" y="3537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373E0-605B-4315-8C6D-C441D4AAC12E}">
      <dsp:nvSpPr>
        <dsp:cNvPr id="0" name=""/>
        <dsp:cNvSpPr/>
      </dsp:nvSpPr>
      <dsp:spPr>
        <a:xfrm>
          <a:off x="5341903" y="842266"/>
          <a:ext cx="91440" cy="15520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75154"/>
              </a:lnTo>
              <a:lnTo>
                <a:pt x="57461" y="1375154"/>
              </a:lnTo>
              <a:lnTo>
                <a:pt x="57461" y="15520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9F99CE-15BC-4CFE-AFDF-BDF0B9398A03}">
      <dsp:nvSpPr>
        <dsp:cNvPr id="0" name=""/>
        <dsp:cNvSpPr/>
      </dsp:nvSpPr>
      <dsp:spPr>
        <a:xfrm>
          <a:off x="3350231" y="842266"/>
          <a:ext cx="2037391" cy="1552030"/>
        </a:xfrm>
        <a:custGeom>
          <a:avLst/>
          <a:gdLst/>
          <a:ahLst/>
          <a:cxnLst/>
          <a:rect l="0" t="0" r="0" b="0"/>
          <a:pathLst>
            <a:path>
              <a:moveTo>
                <a:pt x="2037391" y="0"/>
              </a:moveTo>
              <a:lnTo>
                <a:pt x="2037391" y="1375154"/>
              </a:lnTo>
              <a:lnTo>
                <a:pt x="0" y="1375154"/>
              </a:lnTo>
              <a:lnTo>
                <a:pt x="0" y="15520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4A0DB-2A56-42B6-8AD8-DCCE55415E57}">
      <dsp:nvSpPr>
        <dsp:cNvPr id="0" name=""/>
        <dsp:cNvSpPr/>
      </dsp:nvSpPr>
      <dsp:spPr>
        <a:xfrm>
          <a:off x="4545356" y="0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P.BANK &amp; TRAVEL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HARISH OBEROI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VP-BUSINESS HEAD</a:t>
          </a:r>
        </a:p>
      </dsp:txBody>
      <dsp:txXfrm>
        <a:off x="4545356" y="0"/>
        <a:ext cx="1684532" cy="842266"/>
      </dsp:txXfrm>
    </dsp:sp>
    <dsp:sp modelId="{37FA2B19-4C85-4EA1-8E4E-9A293D973515}">
      <dsp:nvSpPr>
        <dsp:cNvPr id="0" name=""/>
        <dsp:cNvSpPr/>
      </dsp:nvSpPr>
      <dsp:spPr>
        <a:xfrm>
          <a:off x="2507965" y="2394296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PRODUCT MGR.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Anupam Singh</a:t>
          </a:r>
        </a:p>
      </dsp:txBody>
      <dsp:txXfrm>
        <a:off x="2507965" y="2394296"/>
        <a:ext cx="1684532" cy="842266"/>
      </dsp:txXfrm>
    </dsp:sp>
    <dsp:sp modelId="{61867E92-E8F2-4D12-9C18-0E9E2A9630DE}">
      <dsp:nvSpPr>
        <dsp:cNvPr id="0" name=""/>
        <dsp:cNvSpPr/>
      </dsp:nvSpPr>
      <dsp:spPr>
        <a:xfrm>
          <a:off x="4557098" y="2394296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TRAVEL Head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Aakash Kumar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SR. MGR.</a:t>
          </a:r>
        </a:p>
      </dsp:txBody>
      <dsp:txXfrm>
        <a:off x="4557098" y="2394296"/>
        <a:ext cx="1684532" cy="842266"/>
      </dsp:txXfrm>
    </dsp:sp>
    <dsp:sp modelId="{7D6DA3B7-65F5-403B-AF93-E02B41C9ECF8}">
      <dsp:nvSpPr>
        <dsp:cNvPr id="0" name=""/>
        <dsp:cNvSpPr/>
      </dsp:nvSpPr>
      <dsp:spPr>
        <a:xfrm>
          <a:off x="2207688" y="3590315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IRCTC-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 WASIF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MANAGER</a:t>
          </a:r>
        </a:p>
      </dsp:txBody>
      <dsp:txXfrm>
        <a:off x="2207688" y="3590315"/>
        <a:ext cx="1684532" cy="842266"/>
      </dsp:txXfrm>
    </dsp:sp>
    <dsp:sp modelId="{3C6D6224-4FAC-4451-85E5-A7E2A098EFBB}">
      <dsp:nvSpPr>
        <dsp:cNvPr id="0" name=""/>
        <dsp:cNvSpPr/>
      </dsp:nvSpPr>
      <dsp:spPr>
        <a:xfrm>
          <a:off x="2643847" y="4786333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1000" b="1" kern="1200" dirty="0">
              <a:solidFill>
                <a:schemeClr val="bg1"/>
              </a:solidFill>
            </a:rPr>
            <a:t>IRCTC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IN" sz="1000" b="1" kern="1200" dirty="0">
              <a:solidFill>
                <a:schemeClr val="bg1"/>
              </a:solidFill>
            </a:rPr>
            <a:t>POOJA CHAUHAN 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schemeClr val="bg1"/>
              </a:solidFill>
            </a:rPr>
            <a:t>SR. EXE</a:t>
          </a:r>
        </a:p>
      </dsp:txBody>
      <dsp:txXfrm>
        <a:off x="2643847" y="4786333"/>
        <a:ext cx="1684532" cy="842266"/>
      </dsp:txXfrm>
    </dsp:sp>
    <dsp:sp modelId="{D5D727B1-0A8B-43CE-AEBD-5A2F19515012}">
      <dsp:nvSpPr>
        <dsp:cNvPr id="0" name=""/>
        <dsp:cNvSpPr/>
      </dsp:nvSpPr>
      <dsp:spPr>
        <a:xfrm>
          <a:off x="4245973" y="3590315"/>
          <a:ext cx="2037256" cy="11453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New Business/Air/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 dirty="0"/>
            <a:t>Vikrant </a:t>
          </a:r>
          <a:r>
            <a:rPr lang="en-IN" sz="1000" b="1" i="0" kern="1200" dirty="0" err="1"/>
            <a:t>Katewa</a:t>
          </a:r>
          <a:r>
            <a:rPr lang="en-IN" sz="1000" b="1" kern="1200" dirty="0"/>
            <a:t>-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Asst. Mgr.</a:t>
          </a:r>
        </a:p>
      </dsp:txBody>
      <dsp:txXfrm>
        <a:off x="4245973" y="3590315"/>
        <a:ext cx="2037256" cy="1145381"/>
      </dsp:txXfrm>
    </dsp:sp>
    <dsp:sp modelId="{858B93E0-C9BB-4504-9DAB-6EF7E7C5CA07}">
      <dsp:nvSpPr>
        <dsp:cNvPr id="0" name=""/>
        <dsp:cNvSpPr/>
      </dsp:nvSpPr>
      <dsp:spPr>
        <a:xfrm>
          <a:off x="4755287" y="5089448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FLIGHT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BABY RAI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ASST MGR</a:t>
          </a:r>
        </a:p>
      </dsp:txBody>
      <dsp:txXfrm>
        <a:off x="4755287" y="5089448"/>
        <a:ext cx="1684532" cy="842266"/>
      </dsp:txXfrm>
    </dsp:sp>
    <dsp:sp modelId="{A6F97FC0-F446-4132-88D8-5393FB4DC051}">
      <dsp:nvSpPr>
        <dsp:cNvPr id="0" name=""/>
        <dsp:cNvSpPr/>
      </dsp:nvSpPr>
      <dsp:spPr>
        <a:xfrm>
          <a:off x="6636982" y="3590315"/>
          <a:ext cx="1954057" cy="1110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BUS/SRTC/HOTEL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SACHIN KUMAR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Asst. Mgr.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 dirty="0"/>
        </a:p>
      </dsp:txBody>
      <dsp:txXfrm>
        <a:off x="6636982" y="3590315"/>
        <a:ext cx="1954057" cy="1110199"/>
      </dsp:txXfrm>
    </dsp:sp>
    <dsp:sp modelId="{C625A1EE-8DFD-40DD-B107-D665AD2BF564}">
      <dsp:nvSpPr>
        <dsp:cNvPr id="0" name=""/>
        <dsp:cNvSpPr/>
      </dsp:nvSpPr>
      <dsp:spPr>
        <a:xfrm>
          <a:off x="7125496" y="5054266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BUS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RAHUL Kumar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Executive</a:t>
          </a:r>
          <a:endParaRPr lang="en-IN" sz="1000" kern="1200" dirty="0"/>
        </a:p>
      </dsp:txBody>
      <dsp:txXfrm>
        <a:off x="7125496" y="5054266"/>
        <a:ext cx="1684532" cy="842266"/>
      </dsp:txXfrm>
    </dsp:sp>
    <dsp:sp modelId="{91936BE8-8AC7-49BC-9354-2FF54B0FB317}">
      <dsp:nvSpPr>
        <dsp:cNvPr id="0" name=""/>
        <dsp:cNvSpPr/>
      </dsp:nvSpPr>
      <dsp:spPr>
        <a:xfrm>
          <a:off x="6595382" y="2394296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REPORTEE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DEEPAK KUMAR-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ASST. MGRMIS &amp; MGMT</a:t>
          </a:r>
          <a:endParaRPr lang="en-IN" sz="1000" kern="1200" dirty="0"/>
        </a:p>
      </dsp:txBody>
      <dsp:txXfrm>
        <a:off x="6595382" y="2394296"/>
        <a:ext cx="1684532" cy="842266"/>
      </dsp:txXfrm>
    </dsp:sp>
    <dsp:sp modelId="{48B4E166-97B0-4489-B517-F46B52097BB6}">
      <dsp:nvSpPr>
        <dsp:cNvPr id="0" name=""/>
        <dsp:cNvSpPr/>
      </dsp:nvSpPr>
      <dsp:spPr>
        <a:xfrm>
          <a:off x="3425580" y="903173"/>
          <a:ext cx="1684532" cy="842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2 IC- TO BE JOIN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 dirty="0"/>
        </a:p>
      </dsp:txBody>
      <dsp:txXfrm>
        <a:off x="3425580" y="903173"/>
        <a:ext cx="1684532" cy="8422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9A18-7E13-3FD2-41FE-7F1D9CB61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51E47-E326-F2CA-CABD-C87D1E628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B5558-EDB3-6453-3D6B-96D6FF001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73D3D-F273-22D4-4884-35973142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B0714-69E3-BD35-BEA8-990C975A9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8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C166-274A-6D85-85BD-F0920A73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C0A20-FB8D-FB54-DC92-C184B58E0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D370-85E9-8901-EC5D-72A597B76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DF7F6-5CB8-A811-51CD-60820FAFB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0A54E-025F-1CF4-A925-7EA23F5B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C370-9E04-6120-7AF8-81C4CEB4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B2328-8C30-30EB-28B2-2D5E5B70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7AD83-CFC1-B761-EB3A-E9352576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E2AE4-3C20-1793-4856-DCE66B2C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FF608-FC1A-07F7-4BE4-F3E22C87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3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A431-951D-8A90-4C4E-6BE645CD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064B-3416-DA74-5134-8B32E9713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3A8E2-B24B-CAA4-EF52-7C9E6DB44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975B0-B972-CA11-5B95-E9AE9981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00FB7-A1CD-8BC3-8692-4C0B5A67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5AF40-1BB1-5946-E630-EE515D9B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89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A167-5E67-903A-FFC3-756B59E1F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683BC-8107-4B66-2FE5-29651EBBD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B43A5-1423-60F0-0F17-129052558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9AB28-1C98-C587-4BF1-B6B9FE917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086EB8-7CBA-3E10-20AD-225B009F7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B7F0B-523A-7263-211B-A55A43F0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1E814-4550-5D26-AE05-BA8061A5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6D7E2-E545-CCE1-A24C-31DC7F77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15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522D-7E04-C3E3-CF94-203EA1E9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93D18-94D4-4D2B-E5E3-A583FD2D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740EB-D64F-562E-105B-C99D84DA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8C35C-6F08-EBD0-9A27-D0C8A2BC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37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7EE2C-8AF6-0A42-8EFF-A576338B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B7477-A982-47CF-DC21-3E18265F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9AD1D-97CB-1A78-4A65-08E4C995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35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1D5A-60B1-3087-069C-649763A6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1A574-7AE2-B2BF-46D0-F74D0461D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88715-33B1-28FB-199F-788E71B38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78A50-4162-C6CD-96E2-C69DCEAB1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4D6B9-ECD2-61B0-B6EA-6AD728F2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C8D38-D4EE-99B9-A39F-4FEAE60E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67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1940-F423-1C99-F31E-932BE80D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8C98C-EEB0-2528-4033-300267FFB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9C4A4-4A6B-BBFA-5451-E8A742260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1CAE7-E095-7738-A3C5-50452030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DD836-9D5B-2980-D034-F581233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EF9A3-2D7F-FD43-52E1-7D7EF0D0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8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C0CC-D567-EEF6-0D51-7765822E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08427-A182-7CAB-9B4D-1381229C1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27AF-259C-4B3D-F98D-8A758744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56859-854F-C40A-E374-B5D52E6A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18945-E11E-14A0-C8B6-71851601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49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EF9F8-26E0-10CF-B14F-C98199F57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20CC0-10A5-CBCA-666C-38401057B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26268-E214-1BB2-C96C-F401BDD0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06A3A-2C74-8C48-B1F3-D03EC62A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261DE-CE74-23E2-E85E-050BB4B9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67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1120A-5A5B-EB4C-2F73-CAF017E5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BCCC0-3203-3025-B065-DD03E0F1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A3BA1-14BD-505D-EC96-C5885793B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6D556-06F0-4CC7-B4CC-A12AF20C9CD7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D13C4-239F-3DF2-1DEF-532AAB5F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DE414-6155-96B2-CE82-F0F45B1AD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CDC67-B639-4590-A515-DE81617C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25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B8DE7-9E5F-942F-DA61-A458297C6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782"/>
          </a:xfrm>
        </p:spPr>
        <p:txBody>
          <a:bodyPr/>
          <a:lstStyle/>
          <a:p>
            <a:pPr algn="ctr"/>
            <a:r>
              <a:rPr lang="en-IN" b="1" dirty="0"/>
              <a:t>Vertical Structure (Pvt Bank &amp; Travel)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3A6DC-454C-5233-A55C-3CA51406F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909"/>
            <a:ext cx="10515600" cy="491605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Services Coverage</a:t>
            </a:r>
          </a:p>
          <a:p>
            <a:pPr marL="0" indent="0">
              <a:buNone/>
            </a:pPr>
            <a:endParaRPr lang="en-IN" b="1" dirty="0"/>
          </a:p>
          <a:p>
            <a:pPr lvl="1"/>
            <a:r>
              <a:rPr lang="en-IN" b="1" dirty="0" err="1"/>
              <a:t>P_Bank</a:t>
            </a:r>
            <a:r>
              <a:rPr lang="en-IN" b="1" dirty="0"/>
              <a:t> (HDFC/Axis/Kotak/Other)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Loan (NBFC)/EMI</a:t>
            </a:r>
            <a:r>
              <a:rPr lang="en-IN" b="1"/>
              <a:t>/CIBIL/Card</a:t>
            </a:r>
            <a:endParaRPr lang="en-IN" b="1" dirty="0"/>
          </a:p>
          <a:p>
            <a:pPr lvl="1"/>
            <a:endParaRPr lang="en-IN" b="1" dirty="0"/>
          </a:p>
          <a:p>
            <a:pPr lvl="1"/>
            <a:r>
              <a:rPr lang="en-IN" b="1" dirty="0" err="1"/>
              <a:t>Fastag</a:t>
            </a:r>
            <a:endParaRPr lang="en-IN" b="1" dirty="0"/>
          </a:p>
          <a:p>
            <a:pPr lvl="1"/>
            <a:endParaRPr lang="en-IN" b="1" dirty="0"/>
          </a:p>
          <a:p>
            <a:pPr lvl="1"/>
            <a:r>
              <a:rPr lang="en-IN" b="1" dirty="0"/>
              <a:t>Travel Services (IRCTC/Air/Bus/Other)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Other Services (MIS/Admin/Marketing/Training/Other)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ECB84B-1251-E75D-3A52-03EDF74DB2BC}"/>
              </a:ext>
            </a:extLst>
          </p:cNvPr>
          <p:cNvSpPr txBox="1">
            <a:spLocks/>
          </p:cNvSpPr>
          <p:nvPr/>
        </p:nvSpPr>
        <p:spPr>
          <a:xfrm>
            <a:off x="9515374" y="6381549"/>
            <a:ext cx="2676626" cy="476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/>
              <a:t>Updated on 30-07-26</a:t>
            </a:r>
          </a:p>
        </p:txBody>
      </p:sp>
    </p:spTree>
    <p:extLst>
      <p:ext uri="{BB962C8B-B14F-4D97-AF65-F5344CB8AC3E}">
        <p14:creationId xmlns:p14="http://schemas.microsoft.com/office/powerpoint/2010/main" val="2559939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EC3D-B07D-6FE4-E441-6964E840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0ACA210-22C7-DFD3-13FB-F4AAD8FC85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959405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2962173-6A5C-0820-5AFD-9314DD63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37963"/>
            <a:ext cx="10353761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Team Hierarchy (PVT BANK &amp; TRAVEL)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A767B3-95FB-3208-5840-2E097BD7DB99}"/>
              </a:ext>
            </a:extLst>
          </p:cNvPr>
          <p:cNvCxnSpPr>
            <a:cxnSpLocks/>
          </p:cNvCxnSpPr>
          <p:nvPr/>
        </p:nvCxnSpPr>
        <p:spPr>
          <a:xfrm>
            <a:off x="7074568" y="1674795"/>
            <a:ext cx="4649003" cy="0"/>
          </a:xfrm>
          <a:prstGeom prst="line">
            <a:avLst/>
          </a:prstGeom>
          <a:ln w="34925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10BCF-0B66-C540-528B-E3A1AEF55781}"/>
              </a:ext>
            </a:extLst>
          </p:cNvPr>
          <p:cNvCxnSpPr>
            <a:cxnSpLocks/>
          </p:cNvCxnSpPr>
          <p:nvPr/>
        </p:nvCxnSpPr>
        <p:spPr>
          <a:xfrm>
            <a:off x="11588817" y="1674795"/>
            <a:ext cx="0" cy="1754205"/>
          </a:xfrm>
          <a:prstGeom prst="line">
            <a:avLst/>
          </a:prstGeom>
          <a:ln w="34925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27CE52-A5A5-337C-E029-8F3406FBFEB6}"/>
              </a:ext>
            </a:extLst>
          </p:cNvPr>
          <p:cNvCxnSpPr>
            <a:cxnSpLocks/>
          </p:cNvCxnSpPr>
          <p:nvPr/>
        </p:nvCxnSpPr>
        <p:spPr>
          <a:xfrm>
            <a:off x="-2" y="2601226"/>
            <a:ext cx="8459003" cy="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DFB0C2-36ED-357A-750D-F114BB14DE97}"/>
              </a:ext>
            </a:extLst>
          </p:cNvPr>
          <p:cNvCxnSpPr>
            <a:cxnSpLocks/>
          </p:cNvCxnSpPr>
          <p:nvPr/>
        </p:nvCxnSpPr>
        <p:spPr>
          <a:xfrm>
            <a:off x="-1" y="5880100"/>
            <a:ext cx="8471416" cy="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959FDF-4839-5DCC-CD5A-390930550CE1}"/>
              </a:ext>
            </a:extLst>
          </p:cNvPr>
          <p:cNvCxnSpPr>
            <a:cxnSpLocks/>
          </p:cNvCxnSpPr>
          <p:nvPr/>
        </p:nvCxnSpPr>
        <p:spPr>
          <a:xfrm>
            <a:off x="8347625" y="2601226"/>
            <a:ext cx="13061" cy="3299327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7510CF-F3E6-D6BE-D7E2-6863C3DF60CA}"/>
              </a:ext>
            </a:extLst>
          </p:cNvPr>
          <p:cNvCxnSpPr>
            <a:cxnSpLocks/>
          </p:cNvCxnSpPr>
          <p:nvPr/>
        </p:nvCxnSpPr>
        <p:spPr>
          <a:xfrm>
            <a:off x="8459001" y="3361623"/>
            <a:ext cx="0" cy="2410460"/>
          </a:xfrm>
          <a:prstGeom prst="line">
            <a:avLst/>
          </a:prstGeom>
          <a:ln w="571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03E539-6A60-13EF-972D-F52CE5C8D41B}"/>
              </a:ext>
            </a:extLst>
          </p:cNvPr>
          <p:cNvCxnSpPr>
            <a:cxnSpLocks/>
          </p:cNvCxnSpPr>
          <p:nvPr/>
        </p:nvCxnSpPr>
        <p:spPr>
          <a:xfrm flipH="1">
            <a:off x="9580880" y="2446020"/>
            <a:ext cx="2611120" cy="0"/>
          </a:xfrm>
          <a:prstGeom prst="line">
            <a:avLst/>
          </a:prstGeom>
          <a:ln w="571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BCA226-1047-82EC-C9AE-18A3B7E92FE9}"/>
              </a:ext>
            </a:extLst>
          </p:cNvPr>
          <p:cNvCxnSpPr>
            <a:cxnSpLocks/>
          </p:cNvCxnSpPr>
          <p:nvPr/>
        </p:nvCxnSpPr>
        <p:spPr>
          <a:xfrm flipH="1">
            <a:off x="8459001" y="5814060"/>
            <a:ext cx="3732999" cy="0"/>
          </a:xfrm>
          <a:prstGeom prst="line">
            <a:avLst/>
          </a:prstGeom>
          <a:ln w="571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D0D843BA-8089-B7D5-DD65-2F1F5CD31EC2}"/>
              </a:ext>
            </a:extLst>
          </p:cNvPr>
          <p:cNvSpPr txBox="1">
            <a:spLocks/>
          </p:cNvSpPr>
          <p:nvPr/>
        </p:nvSpPr>
        <p:spPr>
          <a:xfrm>
            <a:off x="1261837" y="1775861"/>
            <a:ext cx="226628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highlight>
                  <a:srgbClr val="00FFFF"/>
                </a:highlight>
              </a:rPr>
              <a:t>PVT BANK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D864D0F-CD08-48C9-A439-DA4E70966635}"/>
              </a:ext>
            </a:extLst>
          </p:cNvPr>
          <p:cNvSpPr txBox="1">
            <a:spLocks/>
          </p:cNvSpPr>
          <p:nvPr/>
        </p:nvSpPr>
        <p:spPr>
          <a:xfrm>
            <a:off x="9322531" y="1760220"/>
            <a:ext cx="226628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highlight>
                  <a:srgbClr val="00FFFF"/>
                </a:highlight>
              </a:rPr>
              <a:t>TRAVEL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7EA44F2-3FE4-1CE2-C5FD-21A1A0063607}"/>
              </a:ext>
            </a:extLst>
          </p:cNvPr>
          <p:cNvCxnSpPr>
            <a:cxnSpLocks/>
          </p:cNvCxnSpPr>
          <p:nvPr/>
        </p:nvCxnSpPr>
        <p:spPr>
          <a:xfrm flipH="1">
            <a:off x="9572095" y="2446020"/>
            <a:ext cx="8708" cy="982980"/>
          </a:xfrm>
          <a:prstGeom prst="line">
            <a:avLst/>
          </a:prstGeom>
          <a:ln w="571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6A50DF-34DE-291C-F1AF-FE08801D9CEA}"/>
              </a:ext>
            </a:extLst>
          </p:cNvPr>
          <p:cNvCxnSpPr>
            <a:cxnSpLocks/>
          </p:cNvCxnSpPr>
          <p:nvPr/>
        </p:nvCxnSpPr>
        <p:spPr>
          <a:xfrm flipH="1">
            <a:off x="8459001" y="3361623"/>
            <a:ext cx="1121802" cy="0"/>
          </a:xfrm>
          <a:prstGeom prst="line">
            <a:avLst/>
          </a:prstGeom>
          <a:ln w="571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076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2D95-A396-58FA-0EF1-1EB20D78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E7CFBEA-DAC3-5430-21EA-41B1B6476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631035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90EFEF4-93A5-E17D-CBE8-8D746B2B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37963"/>
            <a:ext cx="10353761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Team Hierarchy (</a:t>
            </a:r>
            <a:r>
              <a:rPr lang="en-IN" b="1" dirty="0">
                <a:highlight>
                  <a:srgbClr val="FFFF00"/>
                </a:highlight>
              </a:rPr>
              <a:t>PVT BANK</a:t>
            </a:r>
            <a:r>
              <a:rPr lang="en-IN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2630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2E79-2339-C8CC-4179-52AC968A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57AFBEC-8C84-8AB0-74C6-D3127BDDB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5203063"/>
              </p:ext>
            </p:extLst>
          </p:nvPr>
        </p:nvGraphicFramePr>
        <p:xfrm>
          <a:off x="510325" y="683392"/>
          <a:ext cx="11017718" cy="5933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D053538-BEA8-B9E0-7D32-16460584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37963"/>
            <a:ext cx="10353761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Team Hierarchy (</a:t>
            </a:r>
            <a:r>
              <a:rPr lang="en-IN" b="1" dirty="0">
                <a:highlight>
                  <a:srgbClr val="FFFF00"/>
                </a:highlight>
              </a:rPr>
              <a:t>TRAVEL</a:t>
            </a:r>
            <a:r>
              <a:rPr lang="en-IN" b="1" dirty="0"/>
              <a:t>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30CB98-FA35-402E-17A4-B90453D74633}"/>
              </a:ext>
            </a:extLst>
          </p:cNvPr>
          <p:cNvCxnSpPr>
            <a:cxnSpLocks/>
          </p:cNvCxnSpPr>
          <p:nvPr/>
        </p:nvCxnSpPr>
        <p:spPr>
          <a:xfrm>
            <a:off x="6686535" y="1078029"/>
            <a:ext cx="1568918" cy="0"/>
          </a:xfrm>
          <a:prstGeom prst="line">
            <a:avLst/>
          </a:prstGeom>
          <a:ln w="34925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2B6BE4-179F-2B52-8A9B-54FFAAC02454}"/>
              </a:ext>
            </a:extLst>
          </p:cNvPr>
          <p:cNvCxnSpPr>
            <a:cxnSpLocks/>
          </p:cNvCxnSpPr>
          <p:nvPr/>
        </p:nvCxnSpPr>
        <p:spPr>
          <a:xfrm>
            <a:off x="8255453" y="1078029"/>
            <a:ext cx="0" cy="2040556"/>
          </a:xfrm>
          <a:prstGeom prst="line">
            <a:avLst/>
          </a:prstGeom>
          <a:ln w="34925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33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B97F-9FB7-D44C-3380-AC11A461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452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Resource Plan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BBED1-2797-2166-949E-2FCE6C566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17" y="943276"/>
            <a:ext cx="10737783" cy="52336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Banking</a:t>
            </a:r>
          </a:p>
          <a:p>
            <a:pPr lvl="1"/>
            <a:r>
              <a:rPr lang="en-US" dirty="0"/>
              <a:t>Replacement- Praveen Kumar &amp; Ashish </a:t>
            </a:r>
            <a:r>
              <a:rPr lang="en-US" dirty="0" err="1"/>
              <a:t>Chandrakar</a:t>
            </a:r>
            <a:endParaRPr lang="en-US" dirty="0"/>
          </a:p>
          <a:p>
            <a:pPr lvl="1"/>
            <a:r>
              <a:rPr lang="en-US" dirty="0"/>
              <a:t>New</a:t>
            </a:r>
          </a:p>
          <a:p>
            <a:pPr lvl="2"/>
            <a:r>
              <a:rPr lang="en-US" dirty="0"/>
              <a:t>Credit Card- 2 (1 Mid Level &amp; 1 Junior)</a:t>
            </a:r>
          </a:p>
          <a:p>
            <a:pPr lvl="2"/>
            <a:r>
              <a:rPr lang="en-US" dirty="0"/>
              <a:t>Sales-1 (Wonder/Hero/Godrej/IDFC/IndusInd/Other)</a:t>
            </a:r>
          </a:p>
          <a:p>
            <a:pPr lvl="2"/>
            <a:r>
              <a:rPr lang="en-US" dirty="0"/>
              <a:t>BDM (EMI Collection/New Business- IDFC/</a:t>
            </a:r>
            <a:r>
              <a:rPr lang="en-US" dirty="0" err="1"/>
              <a:t>Indusind</a:t>
            </a:r>
            <a:r>
              <a:rPr lang="en-US" dirty="0"/>
              <a:t>/Other)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Travel</a:t>
            </a:r>
          </a:p>
          <a:p>
            <a:pPr lvl="1"/>
            <a:r>
              <a:rPr lang="en-US" dirty="0"/>
              <a:t>Tech &amp; Business Approved Manpower (Pending for On-boarding)</a:t>
            </a:r>
          </a:p>
          <a:p>
            <a:pPr lvl="1"/>
            <a:r>
              <a:rPr lang="en-US" dirty="0"/>
              <a:t>Replacement- Nutan (Old one)</a:t>
            </a:r>
          </a:p>
          <a:p>
            <a:pPr lvl="1"/>
            <a:r>
              <a:rPr lang="en-US" dirty="0"/>
              <a:t>New </a:t>
            </a:r>
          </a:p>
          <a:p>
            <a:pPr lvl="2"/>
            <a:r>
              <a:rPr lang="en-US" dirty="0"/>
              <a:t>SRTC (UPSRTC/APSRTC/HPSRTC/UTC/MSRTC/KSRTC)</a:t>
            </a:r>
          </a:p>
          <a:p>
            <a:pPr lvl="2"/>
            <a:r>
              <a:rPr lang="en-US" dirty="0"/>
              <a:t>Business Development Manager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74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AE43CFF-4B6B-E8AD-2607-B627C23A176E}"/>
              </a:ext>
            </a:extLst>
          </p:cNvPr>
          <p:cNvSpPr txBox="1">
            <a:spLocks/>
          </p:cNvSpPr>
          <p:nvPr/>
        </p:nvSpPr>
        <p:spPr>
          <a:xfrm>
            <a:off x="838200" y="237264"/>
            <a:ext cx="10515600" cy="1766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u="sng"/>
              <a:t>STATE SPOC ALLOCATION- PVT BANK</a:t>
            </a:r>
            <a:endParaRPr lang="en-IN" sz="3200" b="1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13A463-27DA-9C7B-2F9C-DEA769FEA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93" y="648976"/>
            <a:ext cx="8931442" cy="620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6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B531C87-AF69-1A3D-504C-BFAD97F5759C}"/>
              </a:ext>
            </a:extLst>
          </p:cNvPr>
          <p:cNvSpPr txBox="1">
            <a:spLocks/>
          </p:cNvSpPr>
          <p:nvPr/>
        </p:nvSpPr>
        <p:spPr>
          <a:xfrm>
            <a:off x="250257" y="2023711"/>
            <a:ext cx="2627697" cy="2810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u="sng" dirty="0"/>
              <a:t>INSTITUTE SPOC-PVT BANK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3FAD24-8600-E7C5-0553-72A3FA813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945" y="0"/>
            <a:ext cx="9050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3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249D-2E43-5EDC-21BE-2B84ACCB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37963"/>
            <a:ext cx="10353761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ROLES &amp; RESPONSIBILITY-</a:t>
            </a:r>
            <a:r>
              <a:rPr lang="en-IN" b="1" u="sng" dirty="0"/>
              <a:t>OPS Team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FB5CB-FD9F-2256-ED6A-4376FB0F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44" y="789272"/>
            <a:ext cx="5431858" cy="5930765"/>
          </a:xfrm>
        </p:spPr>
        <p:txBody>
          <a:bodyPr>
            <a:normAutofit/>
          </a:bodyPr>
          <a:lstStyle/>
          <a:p>
            <a:r>
              <a:rPr lang="en-IN" sz="1200" b="1" dirty="0"/>
              <a:t>NEW BC/BF CREATION</a:t>
            </a:r>
          </a:p>
          <a:p>
            <a:r>
              <a:rPr lang="en-IN" sz="1200" b="1" dirty="0"/>
              <a:t>REPLACEMENT OF Existing BC/BF</a:t>
            </a:r>
          </a:p>
          <a:p>
            <a:r>
              <a:rPr lang="en-IN" sz="1200" b="1" dirty="0"/>
              <a:t>Daily MIS for State/Sales/HOD</a:t>
            </a:r>
          </a:p>
          <a:p>
            <a:pPr lvl="1"/>
            <a:r>
              <a:rPr lang="en-IN" sz="1000" b="1" dirty="0"/>
              <a:t>Axis Bank</a:t>
            </a:r>
          </a:p>
          <a:p>
            <a:pPr lvl="1"/>
            <a:r>
              <a:rPr lang="en-IN" sz="1000" b="1" dirty="0"/>
              <a:t>HDFC Bank</a:t>
            </a:r>
          </a:p>
          <a:p>
            <a:pPr lvl="1"/>
            <a:r>
              <a:rPr lang="en-IN" sz="1000" b="1" dirty="0"/>
              <a:t>Loan &amp; EMI</a:t>
            </a:r>
          </a:p>
          <a:p>
            <a:pPr lvl="1"/>
            <a:r>
              <a:rPr lang="en-IN" sz="1000" b="1" dirty="0" err="1"/>
              <a:t>Fastag</a:t>
            </a:r>
            <a:r>
              <a:rPr lang="en-IN" sz="1000" b="1" dirty="0"/>
              <a:t> </a:t>
            </a:r>
          </a:p>
          <a:p>
            <a:pPr lvl="1"/>
            <a:r>
              <a:rPr lang="en-IN" sz="1000" b="1" dirty="0"/>
              <a:t>Daily MIS to Pinnacle Team/CSC 2.0/UID/MD  Team/Other </a:t>
            </a:r>
          </a:p>
          <a:p>
            <a:r>
              <a:rPr lang="en-IN" sz="1200" b="1" dirty="0" err="1"/>
              <a:t>Fastag</a:t>
            </a:r>
            <a:r>
              <a:rPr lang="en-IN" sz="1200" b="1" dirty="0"/>
              <a:t> Back office jobs</a:t>
            </a:r>
          </a:p>
          <a:p>
            <a:pPr lvl="1"/>
            <a:r>
              <a:rPr lang="en-IN" sz="1000" b="1" dirty="0"/>
              <a:t>Inventory &amp; Dispatch </a:t>
            </a:r>
            <a:r>
              <a:rPr lang="en-IN" sz="1000" b="1" dirty="0" err="1"/>
              <a:t>Mgmt</a:t>
            </a:r>
            <a:endParaRPr lang="en-IN" sz="1000" b="1" dirty="0"/>
          </a:p>
          <a:p>
            <a:pPr lvl="1"/>
            <a:r>
              <a:rPr lang="en-IN" sz="1000" b="1" dirty="0"/>
              <a:t>VLE Limit  update </a:t>
            </a:r>
          </a:p>
          <a:p>
            <a:pPr lvl="1"/>
            <a:r>
              <a:rPr lang="en-IN" sz="1000" b="1" dirty="0"/>
              <a:t>Tag Mapping</a:t>
            </a:r>
          </a:p>
          <a:p>
            <a:pPr lvl="1"/>
            <a:r>
              <a:rPr lang="en-IN" sz="1000" b="1" dirty="0"/>
              <a:t>Customer KYC</a:t>
            </a:r>
          </a:p>
          <a:p>
            <a:pPr lvl="1"/>
            <a:r>
              <a:rPr lang="en-IN" sz="1000" b="1" dirty="0"/>
              <a:t>Vehicle </a:t>
            </a:r>
            <a:r>
              <a:rPr lang="en-IN" sz="1000" b="1" dirty="0" err="1"/>
              <a:t>Registraion</a:t>
            </a:r>
            <a:r>
              <a:rPr lang="en-IN" sz="1000" b="1" dirty="0"/>
              <a:t> Update</a:t>
            </a:r>
          </a:p>
          <a:p>
            <a:pPr lvl="1"/>
            <a:r>
              <a:rPr lang="en-IN" sz="1000" b="1" dirty="0"/>
              <a:t>NEW SBI ID Creation </a:t>
            </a:r>
          </a:p>
          <a:p>
            <a:pPr lvl="1"/>
            <a:r>
              <a:rPr lang="en-IN" sz="1000" b="1" dirty="0"/>
              <a:t>Daily MIS </a:t>
            </a:r>
          </a:p>
          <a:p>
            <a:pPr lvl="1"/>
            <a:r>
              <a:rPr lang="en-IN" sz="1000" b="1" dirty="0" err="1"/>
              <a:t>Unreg</a:t>
            </a:r>
            <a:r>
              <a:rPr lang="en-IN" sz="1000" b="1" dirty="0"/>
              <a:t> Tag Monitoring &amp; Recovery from VLE </a:t>
            </a:r>
          </a:p>
          <a:p>
            <a:pPr lvl="1"/>
            <a:endParaRPr lang="en-IN" sz="1000" b="1" dirty="0"/>
          </a:p>
          <a:p>
            <a:r>
              <a:rPr lang="en-IN" sz="1200" b="1" dirty="0"/>
              <a:t>Ticket/Support Mgmt.</a:t>
            </a:r>
          </a:p>
          <a:p>
            <a:pPr lvl="1"/>
            <a:r>
              <a:rPr lang="en-IN" sz="1000" b="1" dirty="0"/>
              <a:t>VLE Ticket Reply</a:t>
            </a:r>
          </a:p>
          <a:p>
            <a:pPr lvl="1"/>
            <a:r>
              <a:rPr lang="en-IN" sz="1000" b="1" dirty="0"/>
              <a:t>Customer Ticket Reply </a:t>
            </a:r>
          </a:p>
          <a:p>
            <a:pPr lvl="1"/>
            <a:r>
              <a:rPr lang="en-IN" sz="1000" b="1" dirty="0"/>
              <a:t>State/HOD/MD/Other Dispute cases mgmt. </a:t>
            </a:r>
          </a:p>
          <a:p>
            <a:r>
              <a:rPr lang="en-IN" sz="1200" b="1" dirty="0"/>
              <a:t>BC COMPLAINCE RECORDS MONITORING &amp; Co-ordinate with sales for pending fulfilment </a:t>
            </a:r>
          </a:p>
          <a:p>
            <a:pPr lvl="1"/>
            <a:r>
              <a:rPr lang="en-IN" sz="1000" b="1" dirty="0"/>
              <a:t>IIBF</a:t>
            </a:r>
          </a:p>
          <a:p>
            <a:pPr lvl="1"/>
            <a:r>
              <a:rPr lang="en-IN" sz="1000" b="1" dirty="0"/>
              <a:t>PCC</a:t>
            </a:r>
          </a:p>
          <a:p>
            <a:pPr lvl="1"/>
            <a:r>
              <a:rPr lang="en-IN" sz="1000" b="1" dirty="0"/>
              <a:t>BC MOU</a:t>
            </a:r>
            <a:endParaRPr lang="en-IN" sz="12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EC6DD5-38AB-CC89-3F08-62DE2A174092}"/>
              </a:ext>
            </a:extLst>
          </p:cNvPr>
          <p:cNvSpPr txBox="1">
            <a:spLocks/>
          </p:cNvSpPr>
          <p:nvPr/>
        </p:nvSpPr>
        <p:spPr>
          <a:xfrm>
            <a:off x="7091612" y="789273"/>
            <a:ext cx="4968844" cy="5930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/>
              <a:t>INVOICE MGMT</a:t>
            </a:r>
          </a:p>
          <a:p>
            <a:pPr lvl="1"/>
            <a:r>
              <a:rPr lang="en-IN" sz="1200" dirty="0"/>
              <a:t>REPORT FROM BANK</a:t>
            </a:r>
          </a:p>
          <a:p>
            <a:pPr lvl="1"/>
            <a:r>
              <a:rPr lang="en-IN" sz="1200" dirty="0"/>
              <a:t>INVOICE FROM ACCOUNT using </a:t>
            </a:r>
            <a:r>
              <a:rPr lang="en-IN" sz="1200" dirty="0" err="1"/>
              <a:t>Efile</a:t>
            </a:r>
            <a:r>
              <a:rPr lang="en-IN" sz="1200" dirty="0"/>
              <a:t>/IMS System</a:t>
            </a:r>
          </a:p>
          <a:p>
            <a:pPr lvl="1"/>
            <a:r>
              <a:rPr lang="en-IN" sz="1200" dirty="0"/>
              <a:t>PAYMENT FROM BANK</a:t>
            </a:r>
          </a:p>
          <a:p>
            <a:pPr lvl="1"/>
            <a:r>
              <a:rPr lang="en-IN" sz="1200" dirty="0"/>
              <a:t>PAYOUT TO VLE </a:t>
            </a:r>
          </a:p>
          <a:p>
            <a:pPr lvl="1"/>
            <a:r>
              <a:rPr lang="en-IN" sz="1200" dirty="0"/>
              <a:t>PAYMENT UPDATE AT PORTAL </a:t>
            </a:r>
          </a:p>
          <a:p>
            <a:pPr lvl="1"/>
            <a:r>
              <a:rPr lang="en-IN" sz="1200" dirty="0"/>
              <a:t>PAYMENT MIS RECORDS OF ALL INSTITUTE </a:t>
            </a:r>
          </a:p>
          <a:p>
            <a:pPr lvl="1"/>
            <a:r>
              <a:rPr lang="en-IN" sz="1200" dirty="0"/>
              <a:t>Report Tracker for TAT </a:t>
            </a:r>
            <a:r>
              <a:rPr lang="en-IN" sz="1200" dirty="0" err="1"/>
              <a:t>Mgmt</a:t>
            </a:r>
            <a:endParaRPr lang="en-IN" sz="1200" dirty="0"/>
          </a:p>
          <a:p>
            <a:r>
              <a:rPr lang="en-IN" sz="1200" dirty="0"/>
              <a:t>Reconciliation</a:t>
            </a:r>
          </a:p>
          <a:p>
            <a:pPr lvl="1"/>
            <a:r>
              <a:rPr lang="en-IN" sz="1000" dirty="0"/>
              <a:t>BC TXN  </a:t>
            </a:r>
          </a:p>
          <a:p>
            <a:pPr lvl="1"/>
            <a:r>
              <a:rPr lang="en-IN" sz="1000" dirty="0" err="1"/>
              <a:t>Fastag</a:t>
            </a:r>
            <a:r>
              <a:rPr lang="en-IN" sz="1000" dirty="0"/>
              <a:t> Inventory Recon</a:t>
            </a:r>
          </a:p>
          <a:p>
            <a:pPr lvl="1"/>
            <a:r>
              <a:rPr lang="en-IN" sz="1000" dirty="0"/>
              <a:t>Other.. </a:t>
            </a:r>
          </a:p>
          <a:p>
            <a:pPr marL="228600" lvl="1">
              <a:spcBef>
                <a:spcPts val="1000"/>
              </a:spcBef>
            </a:pPr>
            <a:r>
              <a:rPr lang="en-IN" sz="1200" dirty="0"/>
              <a:t>Vendor Payment using IMS/</a:t>
            </a:r>
            <a:r>
              <a:rPr lang="en-IN" sz="1200" dirty="0" err="1"/>
              <a:t>Efile</a:t>
            </a:r>
            <a:r>
              <a:rPr lang="en-IN" sz="1200" dirty="0"/>
              <a:t> </a:t>
            </a:r>
          </a:p>
          <a:p>
            <a:pPr marL="685800" lvl="2">
              <a:spcBef>
                <a:spcPts val="1000"/>
              </a:spcBef>
            </a:pPr>
            <a:r>
              <a:rPr lang="en-IN" sz="1000" dirty="0"/>
              <a:t>VISPL</a:t>
            </a:r>
          </a:p>
          <a:p>
            <a:pPr marL="685800" lvl="2">
              <a:spcBef>
                <a:spcPts val="1000"/>
              </a:spcBef>
            </a:pPr>
            <a:r>
              <a:rPr lang="en-IN" sz="1000" dirty="0" err="1"/>
              <a:t>IservU</a:t>
            </a:r>
            <a:endParaRPr lang="en-IN" sz="1000" dirty="0"/>
          </a:p>
          <a:p>
            <a:pPr marL="685800" lvl="2">
              <a:spcBef>
                <a:spcPts val="1000"/>
              </a:spcBef>
            </a:pPr>
            <a:r>
              <a:rPr lang="en-IN" sz="1000" dirty="0" err="1"/>
              <a:t>Insphere</a:t>
            </a:r>
            <a:endParaRPr lang="en-IN" sz="1000" dirty="0"/>
          </a:p>
          <a:p>
            <a:pPr marL="685800" lvl="2">
              <a:spcBef>
                <a:spcPts val="1000"/>
              </a:spcBef>
            </a:pPr>
            <a:r>
              <a:rPr lang="en-IN" sz="1000" dirty="0" err="1"/>
              <a:t>Fastag</a:t>
            </a:r>
            <a:r>
              <a:rPr lang="en-IN" sz="1000" dirty="0"/>
              <a:t> Dealer GST Invoice processing</a:t>
            </a:r>
          </a:p>
          <a:p>
            <a:pPr marL="685800" lvl="2">
              <a:spcBef>
                <a:spcPts val="1000"/>
              </a:spcBef>
            </a:pPr>
            <a:r>
              <a:rPr lang="en-IN" sz="1000" dirty="0"/>
              <a:t>Other..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9128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249D-2E43-5EDC-21BE-2B84ACCB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00" y="137962"/>
            <a:ext cx="3804186" cy="545431"/>
          </a:xfrm>
        </p:spPr>
        <p:txBody>
          <a:bodyPr>
            <a:noAutofit/>
          </a:bodyPr>
          <a:lstStyle/>
          <a:p>
            <a:pPr algn="ctr"/>
            <a:r>
              <a:rPr lang="en-IN" sz="1800" b="1" dirty="0">
                <a:latin typeface="+mn-lt"/>
              </a:rPr>
              <a:t>ROLES &amp; RESPONSIBILITY-</a:t>
            </a:r>
            <a:r>
              <a:rPr lang="en-IN" sz="1800" b="1" u="sng" dirty="0">
                <a:highlight>
                  <a:srgbClr val="FFFF00"/>
                </a:highlight>
                <a:latin typeface="+mn-lt"/>
              </a:rPr>
              <a:t>SALES Team</a:t>
            </a:r>
            <a:endParaRPr lang="en-IN" sz="18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EC6DD5-38AB-CC89-3F08-62DE2A174092}"/>
              </a:ext>
            </a:extLst>
          </p:cNvPr>
          <p:cNvSpPr txBox="1">
            <a:spLocks/>
          </p:cNvSpPr>
          <p:nvPr/>
        </p:nvSpPr>
        <p:spPr>
          <a:xfrm>
            <a:off x="267300" y="770022"/>
            <a:ext cx="4689711" cy="59500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err="1"/>
              <a:t>Liasioning</a:t>
            </a:r>
            <a:r>
              <a:rPr lang="en-IN" sz="1400" b="1" dirty="0"/>
              <a:t> with Partners</a:t>
            </a:r>
          </a:p>
          <a:p>
            <a:r>
              <a:rPr lang="en-IN" sz="1400" b="1" dirty="0"/>
              <a:t>State Visit </a:t>
            </a:r>
          </a:p>
          <a:p>
            <a:r>
              <a:rPr lang="en-IN" sz="1400" b="1" dirty="0"/>
              <a:t>Business Monitoring &amp; Revenue  </a:t>
            </a:r>
            <a:r>
              <a:rPr lang="en-IN" sz="1400" b="1" dirty="0" err="1"/>
              <a:t>Tgt</a:t>
            </a:r>
            <a:r>
              <a:rPr lang="en-IN" sz="1400" b="1" dirty="0"/>
              <a:t> Ach</a:t>
            </a:r>
          </a:p>
          <a:p>
            <a:pPr lvl="1"/>
            <a:r>
              <a:rPr lang="en-IN" sz="1200" b="1" dirty="0"/>
              <a:t>VC Meetings with HO &amp; State Team</a:t>
            </a:r>
          </a:p>
          <a:p>
            <a:pPr lvl="1"/>
            <a:r>
              <a:rPr lang="en-IN" sz="1200" b="1" dirty="0"/>
              <a:t>VLE Training &amp; workshop</a:t>
            </a:r>
          </a:p>
          <a:p>
            <a:pPr lvl="1"/>
            <a:r>
              <a:rPr lang="en-IN" sz="1200" b="1" dirty="0"/>
              <a:t>BF/VLE Activation for Loan Services</a:t>
            </a:r>
          </a:p>
          <a:p>
            <a:pPr lvl="1"/>
            <a:r>
              <a:rPr lang="en-IN" sz="1200" b="1" dirty="0"/>
              <a:t>Sale of </a:t>
            </a:r>
            <a:r>
              <a:rPr lang="en-IN" sz="1200" b="1" dirty="0" err="1"/>
              <a:t>Fastag</a:t>
            </a:r>
            <a:r>
              <a:rPr lang="en-IN" sz="1200" b="1" dirty="0"/>
              <a:t> using VLE/New Partner On-boarding </a:t>
            </a:r>
          </a:p>
          <a:p>
            <a:pPr lvl="1"/>
            <a:r>
              <a:rPr lang="en-IN" sz="1200" b="1" dirty="0"/>
              <a:t>Retention of Existing VLE business monitoring &amp; follow-up</a:t>
            </a:r>
          </a:p>
          <a:p>
            <a:pPr lvl="1"/>
            <a:r>
              <a:rPr lang="en-IN" sz="1200" b="1" dirty="0" err="1"/>
              <a:t>Cibil</a:t>
            </a:r>
            <a:r>
              <a:rPr lang="en-IN" sz="1200" b="1" dirty="0"/>
              <a:t> </a:t>
            </a:r>
          </a:p>
          <a:p>
            <a:r>
              <a:rPr lang="en-IN" sz="1400" b="1" dirty="0"/>
              <a:t>BC Activation &amp; Compliance co-ordination </a:t>
            </a:r>
          </a:p>
          <a:p>
            <a:r>
              <a:rPr lang="en-IN" sz="1400" b="1" dirty="0" err="1"/>
              <a:t>Liasioning</a:t>
            </a:r>
            <a:r>
              <a:rPr lang="en-IN" sz="1400" b="1" dirty="0"/>
              <a:t> with Partners - Each head is SPOC for Allotted Institution </a:t>
            </a:r>
          </a:p>
          <a:p>
            <a:r>
              <a:rPr lang="en-IN" sz="1400" b="1" dirty="0"/>
              <a:t>Monthly Review meeting with Partners (HDFC/Axis/NBFC)</a:t>
            </a:r>
          </a:p>
          <a:p>
            <a:r>
              <a:rPr lang="en-IN" sz="1400" b="1" dirty="0"/>
              <a:t>Business Drives in State as per Business Requirement </a:t>
            </a:r>
          </a:p>
          <a:p>
            <a:r>
              <a:rPr lang="en-IN" sz="1400" b="1" dirty="0"/>
              <a:t> New Partner sales/Business Improvement Plan </a:t>
            </a:r>
          </a:p>
          <a:p>
            <a:r>
              <a:rPr lang="en-IN" sz="1400" b="1" dirty="0"/>
              <a:t>Records Meeting MOM &amp; Execute &amp; Monitoring </a:t>
            </a:r>
          </a:p>
          <a:p>
            <a:r>
              <a:rPr lang="en-IN" sz="1400" b="1" dirty="0"/>
              <a:t>Marketing &amp; Training </a:t>
            </a:r>
          </a:p>
          <a:p>
            <a:r>
              <a:rPr lang="en-IN" sz="1400" b="1" dirty="0"/>
              <a:t>Loan Seva Kendra Set-up </a:t>
            </a:r>
          </a:p>
          <a:p>
            <a:pPr lvl="1"/>
            <a:r>
              <a:rPr lang="en-IN" sz="1200" b="1" dirty="0"/>
              <a:t>District Level</a:t>
            </a:r>
          </a:p>
          <a:p>
            <a:pPr lvl="1"/>
            <a:r>
              <a:rPr lang="en-IN" sz="1200" b="1" dirty="0"/>
              <a:t>ASK Points </a:t>
            </a:r>
          </a:p>
          <a:p>
            <a:endParaRPr lang="en-IN" sz="1400" b="1" dirty="0"/>
          </a:p>
          <a:p>
            <a:endParaRPr lang="en-IN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00575F-66FA-A544-3BB6-AC7CFCEB0F95}"/>
              </a:ext>
            </a:extLst>
          </p:cNvPr>
          <p:cNvSpPr txBox="1">
            <a:spLocks/>
          </p:cNvSpPr>
          <p:nvPr/>
        </p:nvSpPr>
        <p:spPr>
          <a:xfrm>
            <a:off x="6435490" y="770022"/>
            <a:ext cx="4968844" cy="5784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IN" sz="1400" b="1" dirty="0"/>
          </a:p>
          <a:p>
            <a:endParaRPr lang="en-IN" sz="1400" b="1" dirty="0"/>
          </a:p>
          <a:p>
            <a:pPr lvl="1"/>
            <a:endParaRPr lang="en-IN" sz="1200" b="1" dirty="0"/>
          </a:p>
          <a:p>
            <a:pPr lvl="1"/>
            <a:endParaRPr lang="en-IN" sz="1200" b="1" dirty="0"/>
          </a:p>
          <a:p>
            <a:endParaRPr lang="en-IN" sz="14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A8FC0C-2F77-7E0E-105B-2405D1249B0E}"/>
              </a:ext>
            </a:extLst>
          </p:cNvPr>
          <p:cNvSpPr txBox="1">
            <a:spLocks/>
          </p:cNvSpPr>
          <p:nvPr/>
        </p:nvSpPr>
        <p:spPr>
          <a:xfrm>
            <a:off x="6435490" y="137963"/>
            <a:ext cx="4832065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800" b="1" dirty="0">
                <a:latin typeface="+mn-lt"/>
              </a:rPr>
              <a:t>ROLES &amp; RESPONSIBILITY-</a:t>
            </a:r>
            <a:r>
              <a:rPr lang="en-IN" sz="1800" b="1" u="sng" dirty="0">
                <a:highlight>
                  <a:srgbClr val="FFFF00"/>
                </a:highlight>
                <a:latin typeface="+mn-lt"/>
              </a:rPr>
              <a:t>New Business </a:t>
            </a:r>
            <a:r>
              <a:rPr lang="en-IN" sz="1800" b="1" u="sng" dirty="0" err="1">
                <a:highlight>
                  <a:srgbClr val="FFFF00"/>
                </a:highlight>
                <a:latin typeface="+mn-lt"/>
              </a:rPr>
              <a:t>Mgmt</a:t>
            </a:r>
            <a:endParaRPr lang="en-IN" sz="1800" b="1" u="sng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10BD73-952F-7DC6-C528-B2B6ECADC8F3}"/>
              </a:ext>
            </a:extLst>
          </p:cNvPr>
          <p:cNvSpPr txBox="1">
            <a:spLocks/>
          </p:cNvSpPr>
          <p:nvPr/>
        </p:nvSpPr>
        <p:spPr>
          <a:xfrm>
            <a:off x="6777186" y="770022"/>
            <a:ext cx="4832065" cy="5784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/>
              <a:t>New Business Mgmt.</a:t>
            </a:r>
          </a:p>
          <a:p>
            <a:pPr lvl="1"/>
            <a:r>
              <a:rPr lang="en-IN" sz="1200" b="1" dirty="0"/>
              <a:t>Proposal Preparation </a:t>
            </a:r>
          </a:p>
          <a:p>
            <a:pPr lvl="1"/>
            <a:r>
              <a:rPr lang="en-IN" sz="1200" b="1" dirty="0"/>
              <a:t>Initial Meeting with new partners &amp; Commercial closure</a:t>
            </a:r>
          </a:p>
          <a:p>
            <a:pPr lvl="1"/>
            <a:r>
              <a:rPr lang="en-IN" sz="1200" b="1" dirty="0"/>
              <a:t>Partner </a:t>
            </a:r>
            <a:r>
              <a:rPr lang="en-IN" sz="1200" b="1" dirty="0" err="1"/>
              <a:t>Mgmt</a:t>
            </a:r>
            <a:r>
              <a:rPr lang="en-IN" sz="1200" b="1" dirty="0"/>
              <a:t> Meeting Co-ordination if any </a:t>
            </a:r>
          </a:p>
          <a:p>
            <a:pPr lvl="1"/>
            <a:r>
              <a:rPr lang="en-IN" sz="1200" b="1" dirty="0"/>
              <a:t>Monitor &amp; Co-ordination of MOU vetting &amp; Sign </a:t>
            </a:r>
          </a:p>
          <a:p>
            <a:pPr lvl="1"/>
            <a:r>
              <a:rPr lang="en-IN" sz="1200" b="1" dirty="0"/>
              <a:t>Monitoring with IT/Product </a:t>
            </a:r>
            <a:r>
              <a:rPr lang="en-IN" sz="1200" b="1" dirty="0" err="1"/>
              <a:t>Mgr</a:t>
            </a:r>
            <a:r>
              <a:rPr lang="en-IN" sz="1200" b="1" dirty="0"/>
              <a:t> for On-boarding &amp; Enablement including UAT Testing &amp; Production Movement </a:t>
            </a:r>
          </a:p>
          <a:p>
            <a:pPr lvl="1"/>
            <a:r>
              <a:rPr lang="en-IN" sz="1200" b="1" dirty="0"/>
              <a:t>Documents tracking &amp; Record keeping</a:t>
            </a:r>
          </a:p>
          <a:p>
            <a:pPr lvl="1"/>
            <a:r>
              <a:rPr lang="en-IN" sz="1200" b="1" dirty="0"/>
              <a:t>Monitoring of Commercials update for State/VLE </a:t>
            </a:r>
          </a:p>
          <a:p>
            <a:pPr lvl="1"/>
            <a:endParaRPr lang="en-IN" sz="1200" b="1" dirty="0"/>
          </a:p>
          <a:p>
            <a:r>
              <a:rPr lang="en-IN" sz="1400" b="1" dirty="0"/>
              <a:t>Existing Business Mgmt.</a:t>
            </a:r>
          </a:p>
          <a:p>
            <a:pPr lvl="1"/>
            <a:r>
              <a:rPr lang="en-IN" sz="1200" b="1" dirty="0"/>
              <a:t>New Products If any</a:t>
            </a:r>
          </a:p>
          <a:p>
            <a:pPr lvl="1"/>
            <a:r>
              <a:rPr lang="en-IN" sz="1200" b="1" dirty="0"/>
              <a:t>MOU Renewal &amp; Record Keeping</a:t>
            </a:r>
          </a:p>
          <a:p>
            <a:pPr lvl="1"/>
            <a:r>
              <a:rPr lang="en-IN" sz="1200" b="1" dirty="0"/>
              <a:t>Addendum if any</a:t>
            </a:r>
          </a:p>
          <a:p>
            <a:pPr lvl="1"/>
            <a:endParaRPr lang="en-IN" sz="1200" b="1" dirty="0"/>
          </a:p>
          <a:p>
            <a:pPr lvl="1"/>
            <a:endParaRPr lang="en-IN" sz="1200" b="1" dirty="0"/>
          </a:p>
          <a:p>
            <a:pPr marL="457200" lvl="1" indent="0">
              <a:buNone/>
            </a:pPr>
            <a:endParaRPr lang="en-IN" sz="1200" dirty="0"/>
          </a:p>
          <a:p>
            <a:pPr lvl="1"/>
            <a:endParaRPr lang="en-IN" sz="12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31579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249D-2E43-5EDC-21BE-2B84ACCB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37963"/>
            <a:ext cx="10353761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ROLES &amp; RESPONSIBILITY-</a:t>
            </a:r>
            <a:r>
              <a:rPr lang="en-IN" b="1" u="sng" dirty="0"/>
              <a:t>Product Manager</a:t>
            </a:r>
            <a:endParaRPr lang="en-IN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EC6DD5-38AB-CC89-3F08-62DE2A174092}"/>
              </a:ext>
            </a:extLst>
          </p:cNvPr>
          <p:cNvSpPr txBox="1">
            <a:spLocks/>
          </p:cNvSpPr>
          <p:nvPr/>
        </p:nvSpPr>
        <p:spPr>
          <a:xfrm>
            <a:off x="267299" y="770022"/>
            <a:ext cx="5151723" cy="57847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Responsible for Existing Partners  IT On-going items</a:t>
            </a:r>
          </a:p>
          <a:p>
            <a:pPr lvl="1"/>
            <a:r>
              <a:rPr lang="en-IN" sz="1200" dirty="0"/>
              <a:t>Travel</a:t>
            </a:r>
          </a:p>
          <a:p>
            <a:pPr lvl="2"/>
            <a:r>
              <a:rPr lang="en-IN" sz="1000" dirty="0"/>
              <a:t>IRCTC (Reg &amp; Booking System)</a:t>
            </a:r>
          </a:p>
          <a:p>
            <a:pPr lvl="2"/>
            <a:r>
              <a:rPr lang="en-IN" sz="1000" dirty="0"/>
              <a:t>Air</a:t>
            </a:r>
          </a:p>
          <a:p>
            <a:pPr lvl="2"/>
            <a:r>
              <a:rPr lang="en-IN" sz="1000" dirty="0"/>
              <a:t>Bus</a:t>
            </a:r>
          </a:p>
          <a:p>
            <a:pPr lvl="2"/>
            <a:r>
              <a:rPr lang="en-IN" sz="1000" dirty="0"/>
              <a:t>RTC</a:t>
            </a:r>
          </a:p>
          <a:p>
            <a:pPr lvl="2"/>
            <a:r>
              <a:rPr lang="en-IN" sz="1000" dirty="0"/>
              <a:t>Mobile App	</a:t>
            </a:r>
          </a:p>
          <a:p>
            <a:pPr lvl="1"/>
            <a:r>
              <a:rPr lang="en-IN" sz="1200" dirty="0"/>
              <a:t>Loan Bazar –</a:t>
            </a:r>
          </a:p>
          <a:p>
            <a:pPr lvl="2"/>
            <a:r>
              <a:rPr lang="en-IN" sz="1000" dirty="0"/>
              <a:t>New Product Integration</a:t>
            </a:r>
          </a:p>
          <a:p>
            <a:pPr lvl="2"/>
            <a:r>
              <a:rPr lang="en-IN" sz="1000" dirty="0"/>
              <a:t>New Partner &amp; Product Integration </a:t>
            </a:r>
          </a:p>
          <a:p>
            <a:pPr lvl="1"/>
            <a:r>
              <a:rPr lang="en-IN" sz="1200" dirty="0"/>
              <a:t>Loan Bazar-EMI Collection</a:t>
            </a:r>
          </a:p>
          <a:p>
            <a:pPr lvl="1"/>
            <a:r>
              <a:rPr lang="en-IN" sz="1200" dirty="0"/>
              <a:t>HDFC Bank</a:t>
            </a:r>
          </a:p>
          <a:p>
            <a:pPr lvl="1"/>
            <a:r>
              <a:rPr lang="en-IN" sz="1200" dirty="0"/>
              <a:t>Axis Bank with CSC IT &amp; </a:t>
            </a:r>
            <a:r>
              <a:rPr lang="en-IN" sz="1200" dirty="0" err="1"/>
              <a:t>Iservu</a:t>
            </a:r>
            <a:r>
              <a:rPr lang="en-IN" sz="1200" dirty="0"/>
              <a:t> IT </a:t>
            </a:r>
          </a:p>
          <a:p>
            <a:pPr lvl="1"/>
            <a:r>
              <a:rPr lang="en-IN" sz="1200" dirty="0" err="1"/>
              <a:t>Cibil</a:t>
            </a:r>
            <a:r>
              <a:rPr lang="en-IN" sz="1200" dirty="0"/>
              <a:t> </a:t>
            </a:r>
          </a:p>
          <a:p>
            <a:r>
              <a:rPr lang="en-IN" sz="1400" dirty="0"/>
              <a:t>Responsible for New Institute Enablement </a:t>
            </a:r>
          </a:p>
          <a:p>
            <a:pPr lvl="1"/>
            <a:r>
              <a:rPr lang="en-IN" sz="1200" dirty="0"/>
              <a:t>Co-oridnate for Form Creation/other activity  for DSP Product Generation  for UAT/Production</a:t>
            </a:r>
          </a:p>
          <a:p>
            <a:pPr lvl="1"/>
            <a:r>
              <a:rPr lang="en-IN" sz="1200" dirty="0"/>
              <a:t>Meeting with partner &amp; CSC IT for integration </a:t>
            </a:r>
          </a:p>
          <a:p>
            <a:pPr lvl="1"/>
            <a:r>
              <a:rPr lang="en-IN" sz="1200" dirty="0"/>
              <a:t>UAT  Testing with relevant Team &amp; Confirmation </a:t>
            </a:r>
          </a:p>
          <a:p>
            <a:pPr lvl="1"/>
            <a:r>
              <a:rPr lang="en-IN" sz="1200" dirty="0"/>
              <a:t>Production Movement </a:t>
            </a:r>
          </a:p>
          <a:p>
            <a:pPr lvl="1"/>
            <a:r>
              <a:rPr lang="en-IN" sz="1200" dirty="0"/>
              <a:t>Monitoring post production Movement </a:t>
            </a:r>
          </a:p>
          <a:p>
            <a:pPr lvl="1"/>
            <a:endParaRPr lang="en-IN" sz="1200" dirty="0"/>
          </a:p>
          <a:p>
            <a:pPr lvl="1"/>
            <a:endParaRPr lang="en-IN" sz="1200" dirty="0"/>
          </a:p>
          <a:p>
            <a:pPr lvl="1"/>
            <a:endParaRPr lang="en-IN" sz="1200" dirty="0"/>
          </a:p>
          <a:p>
            <a:endParaRPr lang="en-IN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00575F-66FA-A544-3BB6-AC7CFCEB0F95}"/>
              </a:ext>
            </a:extLst>
          </p:cNvPr>
          <p:cNvSpPr txBox="1">
            <a:spLocks/>
          </p:cNvSpPr>
          <p:nvPr/>
        </p:nvSpPr>
        <p:spPr>
          <a:xfrm>
            <a:off x="6454740" y="770022"/>
            <a:ext cx="4968844" cy="5784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New Initiatives for System/Process Improvement </a:t>
            </a:r>
          </a:p>
          <a:p>
            <a:pPr lvl="1"/>
            <a:r>
              <a:rPr lang="en-IN" sz="1200" dirty="0"/>
              <a:t>UI/UX Update</a:t>
            </a:r>
          </a:p>
          <a:p>
            <a:pPr lvl="1"/>
            <a:r>
              <a:rPr lang="en-IN" sz="1200" dirty="0"/>
              <a:t>Loan Mobile App</a:t>
            </a:r>
          </a:p>
          <a:p>
            <a:pPr lvl="1"/>
            <a:r>
              <a:rPr lang="en-IN" sz="1200" dirty="0"/>
              <a:t>New Travel System like Air (BTO)/Bus/Travel &amp; Holidays</a:t>
            </a:r>
          </a:p>
          <a:p>
            <a:r>
              <a:rPr lang="en-IN" sz="1400" dirty="0"/>
              <a:t>Bank’s &amp; Travel  IT System Audit Mgmt. </a:t>
            </a:r>
          </a:p>
          <a:p>
            <a:r>
              <a:rPr lang="en-IN" sz="1400" dirty="0"/>
              <a:t>Compliance Record Maintenance like </a:t>
            </a:r>
          </a:p>
          <a:p>
            <a:pPr lvl="1"/>
            <a:r>
              <a:rPr lang="en-IN" sz="1200" dirty="0"/>
              <a:t>VAPT</a:t>
            </a:r>
          </a:p>
          <a:p>
            <a:pPr lvl="1"/>
            <a:r>
              <a:rPr lang="en-IN" sz="1200" dirty="0"/>
              <a:t>Source Code Testing &amp; Black Box/Other </a:t>
            </a:r>
          </a:p>
          <a:p>
            <a:pPr lvl="1"/>
            <a:r>
              <a:rPr lang="en-IN" sz="1200" dirty="0"/>
              <a:t>MOU  </a:t>
            </a:r>
          </a:p>
          <a:p>
            <a:endParaRPr lang="en-IN" sz="1400" dirty="0"/>
          </a:p>
          <a:p>
            <a:endParaRPr lang="en-IN" sz="1400" dirty="0"/>
          </a:p>
          <a:p>
            <a:pPr lvl="1"/>
            <a:endParaRPr lang="en-IN" sz="1200" dirty="0"/>
          </a:p>
          <a:p>
            <a:pPr lvl="1"/>
            <a:endParaRPr lang="en-IN" sz="12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1390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1060</Words>
  <Application>Microsoft Office PowerPoint</Application>
  <PresentationFormat>Widescreen</PresentationFormat>
  <Paragraphs>307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Vertical Structure (Pvt Bank &amp; Travel)</vt:lpstr>
      <vt:lpstr>Team Hierarchy (PVT BANK &amp; TRAVEL)</vt:lpstr>
      <vt:lpstr>Team Hierarchy (PVT BANK)</vt:lpstr>
      <vt:lpstr>Team Hierarchy (TRAVEL)</vt:lpstr>
      <vt:lpstr>Resource Plan</vt:lpstr>
      <vt:lpstr>PowerPoint Presentation</vt:lpstr>
      <vt:lpstr>PowerPoint Presentation</vt:lpstr>
      <vt:lpstr>ROLES &amp; RESPONSIBILITY-OPS Team</vt:lpstr>
      <vt:lpstr>ROLES &amp; RESPONSIBILITY-SALES Team</vt:lpstr>
      <vt:lpstr>ROLES &amp; RESPONSIBILITY-Product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HARISH oberoi</dc:creator>
  <cp:lastModifiedBy>HARISH oberoi</cp:lastModifiedBy>
  <cp:revision>61</cp:revision>
  <dcterms:created xsi:type="dcterms:W3CDTF">2023-05-16T04:40:05Z</dcterms:created>
  <dcterms:modified xsi:type="dcterms:W3CDTF">2026-07-30T14:41:06Z</dcterms:modified>
</cp:coreProperties>
</file>